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7" r:id="rId3"/>
    <p:sldId id="269" r:id="rId4"/>
    <p:sldId id="258" r:id="rId5"/>
    <p:sldId id="287" r:id="rId6"/>
    <p:sldId id="286" r:id="rId7"/>
    <p:sldId id="259" r:id="rId8"/>
    <p:sldId id="271" r:id="rId9"/>
    <p:sldId id="292" r:id="rId10"/>
    <p:sldId id="270" r:id="rId11"/>
    <p:sldId id="293" r:id="rId12"/>
    <p:sldId id="260" r:id="rId13"/>
    <p:sldId id="289" r:id="rId14"/>
    <p:sldId id="262" r:id="rId15"/>
    <p:sldId id="263" r:id="rId16"/>
    <p:sldId id="290" r:id="rId17"/>
    <p:sldId id="276" r:id="rId18"/>
    <p:sldId id="291" r:id="rId19"/>
    <p:sldId id="274" r:id="rId20"/>
    <p:sldId id="279" r:id="rId21"/>
    <p:sldId id="281" r:id="rId22"/>
  </p:sldIdLst>
  <p:sldSz cx="18288000" cy="10287000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Inter" panose="020B0604020202020204" charset="0"/>
      <p:regular r:id="rId27"/>
    </p:embeddedFont>
    <p:embeddedFont>
      <p:font typeface="Inter Medium" panose="020B0604020202020204" charset="0"/>
      <p:regular r:id="rId28"/>
    </p:embeddedFont>
    <p:embeddedFont>
      <p:font typeface="Red Hat Display Bold" panose="020B0604020202020204" charset="0"/>
      <p:regular r:id="rId29"/>
    </p:embeddedFont>
    <p:embeddedFont>
      <p:font typeface="Spline Sans" panose="020B0604020202020204" charset="0"/>
      <p:regular r:id="rId30"/>
      <p:bold r:id="rId31"/>
    </p:embeddedFont>
    <p:embeddedFont>
      <p:font typeface="Tw Cen MT" panose="020B06020201040206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2" autoAdjust="0"/>
  </p:normalViewPr>
  <p:slideViewPr>
    <p:cSldViewPr>
      <p:cViewPr>
        <p:scale>
          <a:sx n="25" d="100"/>
          <a:sy n="25" d="100"/>
        </p:scale>
        <p:origin x="2390" y="8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17.svg"/><Relationship Id="rId4" Type="http://schemas.openxmlformats.org/officeDocument/2006/relationships/image" Target="../media/image5.jpe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95049" y="3580868"/>
            <a:ext cx="8097901" cy="281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HELLO!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79237" y="9921240"/>
            <a:ext cx="139324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  <p:sp>
        <p:nvSpPr>
          <p:cNvPr id="4" name="Freeform 4"/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387732" y="98107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 rot="-1259601">
            <a:off x="-4546129" y="6524530"/>
            <a:ext cx="7719139" cy="771913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1259601">
            <a:off x="15016592" y="6524530"/>
            <a:ext cx="7719139" cy="7719139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13D103D-F95D-C947-01F3-D16BDC1937C4}"/>
              </a:ext>
            </a:extLst>
          </p:cNvPr>
          <p:cNvSpPr txBox="1"/>
          <p:nvPr/>
        </p:nvSpPr>
        <p:spPr>
          <a:xfrm>
            <a:off x="-2454812" y="10030525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Laila Khaled</a:t>
            </a:r>
            <a:endParaRPr lang="en-US" dirty="0">
              <a:cs typeface="Arial"/>
            </a:endParaRP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BA688AD8-02A3-BEBB-6243-891209B58AF3}"/>
              </a:ext>
            </a:extLst>
          </p:cNvPr>
          <p:cNvSpPr txBox="1"/>
          <p:nvPr/>
        </p:nvSpPr>
        <p:spPr>
          <a:xfrm>
            <a:off x="7425832" y="-5012699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9A9885-FC22-75CE-6BC0-F6569BF4C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r="529"/>
          <a:stretch/>
        </p:blipFill>
        <p:spPr>
          <a:xfrm>
            <a:off x="-3200400" y="6863422"/>
            <a:ext cx="2544606" cy="2514008"/>
          </a:xfrm>
          <a:prstGeom prst="flowChartConnector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3138B9-FA8F-7DE7-DBE1-4A02F565A198}"/>
              </a:ext>
            </a:extLst>
          </p:cNvPr>
          <p:cNvSpPr txBox="1"/>
          <p:nvPr/>
        </p:nvSpPr>
        <p:spPr>
          <a:xfrm>
            <a:off x="-2759612" y="9693047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Jana </a:t>
            </a:r>
            <a:r>
              <a:rPr lang="en-US" b="1" dirty="0" err="1">
                <a:latin typeface="Times New Roman"/>
                <a:cs typeface="Times New Roman"/>
              </a:rPr>
              <a:t>Elhadidy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6C887CE-2642-48C2-4562-78E0745328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6" t="2627" r="3615" b="3081"/>
          <a:stretch>
            <a:fillRect/>
          </a:stretch>
        </p:blipFill>
        <p:spPr>
          <a:xfrm>
            <a:off x="-4402688" y="2909342"/>
            <a:ext cx="2519188" cy="2451282"/>
          </a:xfrm>
          <a:prstGeom prst="flowChartConnector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614ADE3-B11C-6D0A-3C00-23A900ED5420}"/>
              </a:ext>
            </a:extLst>
          </p:cNvPr>
          <p:cNvSpPr txBox="1"/>
          <p:nvPr/>
        </p:nvSpPr>
        <p:spPr>
          <a:xfrm>
            <a:off x="-4356336" y="5615115"/>
            <a:ext cx="2089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Amr Maarouf</a:t>
            </a:r>
            <a:endParaRPr lang="en-US" dirty="0">
              <a:cs typeface="Arial"/>
            </a:endParaRPr>
          </a:p>
          <a:p>
            <a:pPr algn="ctr"/>
            <a:endParaRPr lang="en-US" sz="600" dirty="0">
              <a:cs typeface="Arial"/>
            </a:endParaRPr>
          </a:p>
        </p:txBody>
      </p:sp>
      <p:pic>
        <p:nvPicPr>
          <p:cNvPr id="31" name="Picture 30" descr="A person standing on a field&#10;&#10;AI-generated content may be incorrect.">
            <a:extLst>
              <a:ext uri="{FF2B5EF4-FFF2-40B4-BE49-F238E27FC236}">
                <a16:creationId xmlns:a16="http://schemas.microsoft.com/office/drawing/2014/main" id="{2AE573A2-EA31-92F5-5601-EBE08B44CF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612" t="14955" r="26829" b="43520"/>
          <a:stretch>
            <a:fillRect/>
          </a:stretch>
        </p:blipFill>
        <p:spPr>
          <a:xfrm>
            <a:off x="20127189" y="2786999"/>
            <a:ext cx="2519188" cy="2488029"/>
          </a:xfrm>
          <a:prstGeom prst="flowChartConnector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ACBE79-F578-FE5E-C2C2-8B5E2FB9BA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" b="979"/>
          <a:stretch/>
        </p:blipFill>
        <p:spPr>
          <a:xfrm>
            <a:off x="18630300" y="6626052"/>
            <a:ext cx="2537721" cy="2488029"/>
          </a:xfrm>
          <a:prstGeom prst="flowChartConnector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356E41-6C30-70C2-4867-6228255E4AB8}"/>
              </a:ext>
            </a:extLst>
          </p:cNvPr>
          <p:cNvSpPr txBox="1"/>
          <p:nvPr/>
        </p:nvSpPr>
        <p:spPr>
          <a:xfrm>
            <a:off x="20555268" y="5323669"/>
            <a:ext cx="16630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Aya Mohamed</a:t>
            </a:r>
            <a:endParaRPr lang="en-US" dirty="0"/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8E9DA6-53B9-25DE-6984-92708D5A9220}"/>
              </a:ext>
            </a:extLst>
          </p:cNvPr>
          <p:cNvSpPr txBox="1"/>
          <p:nvPr/>
        </p:nvSpPr>
        <p:spPr>
          <a:xfrm>
            <a:off x="19067645" y="9341828"/>
            <a:ext cx="2100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Mohamed Elaraby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9EA3-4A8B-4E08-D23F-A4106D7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833F9FA-1867-2052-37EC-D0DB17838CA6}"/>
              </a:ext>
            </a:extLst>
          </p:cNvPr>
          <p:cNvSpPr txBox="1"/>
          <p:nvPr/>
        </p:nvSpPr>
        <p:spPr>
          <a:xfrm>
            <a:off x="7300432" y="-411195"/>
            <a:ext cx="3889868" cy="2505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HELLO!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4D24333-D69F-B2BE-9081-D555C8FFAFFF}"/>
              </a:ext>
            </a:extLst>
          </p:cNvPr>
          <p:cNvSpPr txBox="1"/>
          <p:nvPr/>
        </p:nvSpPr>
        <p:spPr>
          <a:xfrm>
            <a:off x="8079237" y="992124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6C174F7-CED7-E2FE-A385-042082C3F54D}"/>
              </a:ext>
            </a:extLst>
          </p:cNvPr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7567485-B1EC-5D44-2C8E-8C146AA71702}"/>
              </a:ext>
            </a:extLst>
          </p:cNvPr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8C4B5F7-1BEE-9551-6547-EFD8B804CED2}"/>
              </a:ext>
            </a:extLst>
          </p:cNvPr>
          <p:cNvSpPr txBox="1"/>
          <p:nvPr/>
        </p:nvSpPr>
        <p:spPr>
          <a:xfrm>
            <a:off x="7439562" y="-73723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CA55E02-1DB6-ACE8-CC8F-50E2CAE2A501}"/>
              </a:ext>
            </a:extLst>
          </p:cNvPr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1E543778-0D14-03BC-4DA4-0EA856771C9A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F709C07-107F-CBB1-97B4-817DE840D05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3D2DCAB3-1C50-4A5D-3BC3-5CFB5187ED6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B847DF1A-E764-7AB5-71A9-33111D5CAAC2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E4844147-708F-B1C1-9547-C483846C8C3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ABE94599-7999-E15E-1181-4CB843DAA1C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B7005D9-5D52-7928-A66A-5107A7D69F39}"/>
              </a:ext>
            </a:extLst>
          </p:cNvPr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D693952-8EF3-FBEA-4098-49EFF68906FC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95241BC-4B16-3CEF-1FA6-F047830245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1554876-5961-044F-E1C7-68357421A5D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B6B4016-E4AB-B763-4EE6-D4EA5DDDB228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4076E2B6-E359-A798-8714-19FFBEE3C7B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C5E9456-AB42-8DA5-9FB4-AC1013FA1B6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5D1DD2D-8739-2921-CAB3-6ECB559B5611}"/>
              </a:ext>
            </a:extLst>
          </p:cNvPr>
          <p:cNvGrpSpPr/>
          <p:nvPr/>
        </p:nvGrpSpPr>
        <p:grpSpPr>
          <a:xfrm rot="-1259601">
            <a:off x="-4546129" y="6524530"/>
            <a:ext cx="7719139" cy="7719139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DB0195D-539F-B15C-F43A-00AECDCC96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928240A-799D-B364-3C6F-A44B0A6F21F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231DF076-7FBF-400A-BFA8-44ACBD02302E}"/>
              </a:ext>
            </a:extLst>
          </p:cNvPr>
          <p:cNvGrpSpPr/>
          <p:nvPr/>
        </p:nvGrpSpPr>
        <p:grpSpPr>
          <a:xfrm rot="-1259601">
            <a:off x="15016592" y="6524530"/>
            <a:ext cx="7719139" cy="7719139"/>
            <a:chOff x="0" y="0"/>
            <a:chExt cx="812800" cy="8128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15785BC-9EFD-BC1B-3FBE-3D3B2F028ED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93A1C00-11D5-BAD8-3BD0-DBE9A082235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27" name="Picture 26" descr="A person standing on a field&#10;&#10;AI-generated content may be incorrect.">
            <a:extLst>
              <a:ext uri="{FF2B5EF4-FFF2-40B4-BE49-F238E27FC236}">
                <a16:creationId xmlns:a16="http://schemas.microsoft.com/office/drawing/2014/main" id="{95024693-D704-1BA3-2A9D-B3A010DD6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12" t="14955" r="26829" b="43520"/>
          <a:stretch>
            <a:fillRect/>
          </a:stretch>
        </p:blipFill>
        <p:spPr>
          <a:xfrm>
            <a:off x="13988451" y="2552754"/>
            <a:ext cx="2519188" cy="2488029"/>
          </a:xfrm>
          <a:prstGeom prst="flowChartConnector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899F89-6ADF-C9BF-E90C-1E0464E658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" b="979"/>
          <a:stretch/>
        </p:blipFill>
        <p:spPr>
          <a:xfrm>
            <a:off x="12491562" y="6391807"/>
            <a:ext cx="2537721" cy="2488029"/>
          </a:xfrm>
          <a:prstGeom prst="flowChartConnector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D3936AA-2DEC-AA74-25BA-D207B878BE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r="529"/>
          <a:stretch/>
        </p:blipFill>
        <p:spPr>
          <a:xfrm>
            <a:off x="2952675" y="6391807"/>
            <a:ext cx="2544606" cy="2514008"/>
          </a:xfrm>
          <a:prstGeom prst="flowChartConnector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D91DB7D-183F-AE60-3581-1F3AF7285CB5}"/>
              </a:ext>
            </a:extLst>
          </p:cNvPr>
          <p:cNvSpPr txBox="1"/>
          <p:nvPr/>
        </p:nvSpPr>
        <p:spPr>
          <a:xfrm>
            <a:off x="14416530" y="5089424"/>
            <a:ext cx="16630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Aya Mohamed</a:t>
            </a:r>
            <a:endParaRPr lang="en-US" dirty="0"/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E9D64A-50FC-61D9-F70A-BD434F727676}"/>
              </a:ext>
            </a:extLst>
          </p:cNvPr>
          <p:cNvSpPr txBox="1"/>
          <p:nvPr/>
        </p:nvSpPr>
        <p:spPr>
          <a:xfrm>
            <a:off x="12928907" y="9107583"/>
            <a:ext cx="2100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Mohamed Elaraby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8C5941-0223-8A43-2DD2-F7120E2E7EC3}"/>
              </a:ext>
            </a:extLst>
          </p:cNvPr>
          <p:cNvSpPr txBox="1"/>
          <p:nvPr/>
        </p:nvSpPr>
        <p:spPr>
          <a:xfrm>
            <a:off x="3393463" y="9221432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Jana </a:t>
            </a:r>
            <a:r>
              <a:rPr lang="en-US" b="1" dirty="0" err="1">
                <a:latin typeface="Times New Roman"/>
                <a:cs typeface="Times New Roman"/>
              </a:rPr>
              <a:t>Elhadidy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FFCA310-6299-2A7F-774D-65F18F9D0D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6" t="2627" r="3615" b="3081"/>
          <a:stretch>
            <a:fillRect/>
          </a:stretch>
        </p:blipFill>
        <p:spPr>
          <a:xfrm>
            <a:off x="1750387" y="2437727"/>
            <a:ext cx="2519188" cy="2451282"/>
          </a:xfrm>
          <a:prstGeom prst="flowChartConnector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099C903-1262-E40F-8671-6FC123848D38}"/>
              </a:ext>
            </a:extLst>
          </p:cNvPr>
          <p:cNvSpPr txBox="1"/>
          <p:nvPr/>
        </p:nvSpPr>
        <p:spPr>
          <a:xfrm>
            <a:off x="1796739" y="5143500"/>
            <a:ext cx="2089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Amr Maarouf</a:t>
            </a:r>
            <a:endParaRPr lang="en-US" dirty="0">
              <a:cs typeface="Arial"/>
            </a:endParaRPr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A727C6E7-8F2A-40A0-53B3-23CF20F4302A}"/>
              </a:ext>
            </a:extLst>
          </p:cNvPr>
          <p:cNvSpPr txBox="1"/>
          <p:nvPr/>
        </p:nvSpPr>
        <p:spPr>
          <a:xfrm>
            <a:off x="7338532" y="2094363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273B9ECC-DBD1-7536-6CA4-9E0A41C10746}"/>
              </a:ext>
            </a:extLst>
          </p:cNvPr>
          <p:cNvSpPr txBox="1"/>
          <p:nvPr/>
        </p:nvSpPr>
        <p:spPr>
          <a:xfrm>
            <a:off x="7361527" y="-415504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Members</a:t>
            </a:r>
          </a:p>
        </p:txBody>
      </p:sp>
      <p:graphicFrame>
        <p:nvGraphicFramePr>
          <p:cNvPr id="35" name="Table 2">
            <a:extLst>
              <a:ext uri="{FF2B5EF4-FFF2-40B4-BE49-F238E27FC236}">
                <a16:creationId xmlns:a16="http://schemas.microsoft.com/office/drawing/2014/main" id="{E8BD20A2-0463-F0EF-012D-685DDF308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819566"/>
              </p:ext>
            </p:extLst>
          </p:nvPr>
        </p:nvGraphicFramePr>
        <p:xfrm>
          <a:off x="4054366" y="-5276118"/>
          <a:ext cx="9530888" cy="2150125"/>
        </p:xfrm>
        <a:graphic>
          <a:graphicData uri="http://schemas.openxmlformats.org/drawingml/2006/table">
            <a:tbl>
              <a:tblPr/>
              <a:tblGrid>
                <a:gridCol w="4765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Amr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Abdelftah</a:t>
                      </a: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Mahmoud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Abdelmonem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Ayatullah Mohamed Abdelhamid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Jana Mahmoud Mohamed 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Elhadidy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Mohamed Ibrahim Al-Arabi Taha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1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Layla Khaled Mohamed Salama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Omar Hussein Mohamed Ali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Mustafa Mahmoud Ibrahim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Shahata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Yomna Ayman Ahmed Mohamed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Farah El-Said Sobhy Mahmoud 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Hoor Amir Essa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6" name="Google Shape;5080;p58">
            <a:extLst>
              <a:ext uri="{FF2B5EF4-FFF2-40B4-BE49-F238E27FC236}">
                <a16:creationId xmlns:a16="http://schemas.microsoft.com/office/drawing/2014/main" id="{8CF47A67-B673-582F-10F0-143E61AD7823}"/>
              </a:ext>
            </a:extLst>
          </p:cNvPr>
          <p:cNvGrpSpPr>
            <a:grpSpLocks noChangeAspect="1"/>
          </p:cNvGrpSpPr>
          <p:nvPr/>
        </p:nvGrpSpPr>
        <p:grpSpPr>
          <a:xfrm>
            <a:off x="5600532" y="-1331418"/>
            <a:ext cx="2939004" cy="661134"/>
            <a:chOff x="3211560" y="3693240"/>
            <a:chExt cx="1304280" cy="293400"/>
          </a:xfrm>
        </p:grpSpPr>
        <p:grpSp>
          <p:nvGrpSpPr>
            <p:cNvPr id="71" name="Google Shape;5081;p58">
              <a:extLst>
                <a:ext uri="{FF2B5EF4-FFF2-40B4-BE49-F238E27FC236}">
                  <a16:creationId xmlns:a16="http://schemas.microsoft.com/office/drawing/2014/main" id="{D55C7B71-4B9F-1590-4343-E32FBEEAE12F}"/>
                </a:ext>
              </a:extLst>
            </p:cNvPr>
            <p:cNvGrpSpPr/>
            <p:nvPr/>
          </p:nvGrpSpPr>
          <p:grpSpPr>
            <a:xfrm>
              <a:off x="3211560" y="3693240"/>
              <a:ext cx="117720" cy="293400"/>
              <a:chOff x="3211560" y="3693240"/>
              <a:chExt cx="117720" cy="293400"/>
            </a:xfrm>
          </p:grpSpPr>
          <p:sp>
            <p:nvSpPr>
              <p:cNvPr id="85" name="Google Shape;5082;p58">
                <a:extLst>
                  <a:ext uri="{FF2B5EF4-FFF2-40B4-BE49-F238E27FC236}">
                    <a16:creationId xmlns:a16="http://schemas.microsoft.com/office/drawing/2014/main" id="{6DB4229B-10BE-74AA-A8F2-00FA0E0AB006}"/>
                  </a:ext>
                </a:extLst>
              </p:cNvPr>
              <p:cNvSpPr/>
              <p:nvPr/>
            </p:nvSpPr>
            <p:spPr>
              <a:xfrm>
                <a:off x="3211560" y="374940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6" name="Google Shape;5083;p58">
                <a:extLst>
                  <a:ext uri="{FF2B5EF4-FFF2-40B4-BE49-F238E27FC236}">
                    <a16:creationId xmlns:a16="http://schemas.microsoft.com/office/drawing/2014/main" id="{E6DC3CEE-B446-E1EF-DB83-FF1C08DDC86F}"/>
                  </a:ext>
                </a:extLst>
              </p:cNvPr>
              <p:cNvSpPr/>
              <p:nvPr/>
            </p:nvSpPr>
            <p:spPr>
              <a:xfrm>
                <a:off x="3247200" y="369324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3" name="Google Shape;5084;p58">
              <a:extLst>
                <a:ext uri="{FF2B5EF4-FFF2-40B4-BE49-F238E27FC236}">
                  <a16:creationId xmlns:a16="http://schemas.microsoft.com/office/drawing/2014/main" id="{54DD938B-9370-F785-1ABA-F85F5FE4FD05}"/>
                </a:ext>
              </a:extLst>
            </p:cNvPr>
            <p:cNvGrpSpPr/>
            <p:nvPr/>
          </p:nvGrpSpPr>
          <p:grpSpPr>
            <a:xfrm>
              <a:off x="4368600" y="3694320"/>
              <a:ext cx="147240" cy="291240"/>
              <a:chOff x="4368600" y="3694320"/>
              <a:chExt cx="147240" cy="291240"/>
            </a:xfrm>
          </p:grpSpPr>
          <p:sp>
            <p:nvSpPr>
              <p:cNvPr id="83" name="Google Shape;5085;p58">
                <a:extLst>
                  <a:ext uri="{FF2B5EF4-FFF2-40B4-BE49-F238E27FC236}">
                    <a16:creationId xmlns:a16="http://schemas.microsoft.com/office/drawing/2014/main" id="{BB3E97EE-11B9-E01D-BFC0-03CB7A0E1E5E}"/>
                  </a:ext>
                </a:extLst>
              </p:cNvPr>
              <p:cNvSpPr/>
              <p:nvPr/>
            </p:nvSpPr>
            <p:spPr>
              <a:xfrm>
                <a:off x="436860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4" name="Google Shape;5086;p58">
                <a:extLst>
                  <a:ext uri="{FF2B5EF4-FFF2-40B4-BE49-F238E27FC236}">
                    <a16:creationId xmlns:a16="http://schemas.microsoft.com/office/drawing/2014/main" id="{B90FA27A-DE71-C94D-A3B2-5A75A9FDB2DF}"/>
                  </a:ext>
                </a:extLst>
              </p:cNvPr>
              <p:cNvSpPr/>
              <p:nvPr/>
            </p:nvSpPr>
            <p:spPr>
              <a:xfrm>
                <a:off x="441864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4" name="Google Shape;5087;p58">
              <a:extLst>
                <a:ext uri="{FF2B5EF4-FFF2-40B4-BE49-F238E27FC236}">
                  <a16:creationId xmlns:a16="http://schemas.microsoft.com/office/drawing/2014/main" id="{3A236F55-8EA9-7638-1604-A88A3896BC0A}"/>
                </a:ext>
              </a:extLst>
            </p:cNvPr>
            <p:cNvGrpSpPr/>
            <p:nvPr/>
          </p:nvGrpSpPr>
          <p:grpSpPr>
            <a:xfrm>
              <a:off x="4064760" y="3694320"/>
              <a:ext cx="147240" cy="291240"/>
              <a:chOff x="4064760" y="3694320"/>
              <a:chExt cx="147240" cy="291240"/>
            </a:xfrm>
          </p:grpSpPr>
          <p:sp>
            <p:nvSpPr>
              <p:cNvPr id="81" name="Google Shape;5088;p58">
                <a:extLst>
                  <a:ext uri="{FF2B5EF4-FFF2-40B4-BE49-F238E27FC236}">
                    <a16:creationId xmlns:a16="http://schemas.microsoft.com/office/drawing/2014/main" id="{606D0C43-44DE-CD54-E5BE-CC395E656008}"/>
                  </a:ext>
                </a:extLst>
              </p:cNvPr>
              <p:cNvSpPr/>
              <p:nvPr/>
            </p:nvSpPr>
            <p:spPr>
              <a:xfrm>
                <a:off x="406476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2" name="Google Shape;5089;p58">
                <a:extLst>
                  <a:ext uri="{FF2B5EF4-FFF2-40B4-BE49-F238E27FC236}">
                    <a16:creationId xmlns:a16="http://schemas.microsoft.com/office/drawing/2014/main" id="{2844B1C7-033D-48D8-13CA-CA237A8C91BB}"/>
                  </a:ext>
                </a:extLst>
              </p:cNvPr>
              <p:cNvSpPr/>
              <p:nvPr/>
            </p:nvSpPr>
            <p:spPr>
              <a:xfrm>
                <a:off x="411480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5" name="Google Shape;5090;p58">
              <a:extLst>
                <a:ext uri="{FF2B5EF4-FFF2-40B4-BE49-F238E27FC236}">
                  <a16:creationId xmlns:a16="http://schemas.microsoft.com/office/drawing/2014/main" id="{8428BAA7-ED79-F2E4-D24E-ADEC7E20C71B}"/>
                </a:ext>
              </a:extLst>
            </p:cNvPr>
            <p:cNvGrpSpPr/>
            <p:nvPr/>
          </p:nvGrpSpPr>
          <p:grpSpPr>
            <a:xfrm>
              <a:off x="3760920" y="3694320"/>
              <a:ext cx="147240" cy="291240"/>
              <a:chOff x="3760920" y="3694320"/>
              <a:chExt cx="147240" cy="291240"/>
            </a:xfrm>
          </p:grpSpPr>
          <p:sp>
            <p:nvSpPr>
              <p:cNvPr id="79" name="Google Shape;5091;p58">
                <a:extLst>
                  <a:ext uri="{FF2B5EF4-FFF2-40B4-BE49-F238E27FC236}">
                    <a16:creationId xmlns:a16="http://schemas.microsoft.com/office/drawing/2014/main" id="{17E83B7F-E69F-D8A0-2DA1-E9AF850F2F10}"/>
                  </a:ext>
                </a:extLst>
              </p:cNvPr>
              <p:cNvSpPr/>
              <p:nvPr/>
            </p:nvSpPr>
            <p:spPr>
              <a:xfrm>
                <a:off x="376092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0" name="Google Shape;5092;p58">
                <a:extLst>
                  <a:ext uri="{FF2B5EF4-FFF2-40B4-BE49-F238E27FC236}">
                    <a16:creationId xmlns:a16="http://schemas.microsoft.com/office/drawing/2014/main" id="{9C4F112E-2644-0D91-0E50-4025E160A39B}"/>
                  </a:ext>
                </a:extLst>
              </p:cNvPr>
              <p:cNvSpPr/>
              <p:nvPr/>
            </p:nvSpPr>
            <p:spPr>
              <a:xfrm>
                <a:off x="381096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6" name="Google Shape;5093;p58">
              <a:extLst>
                <a:ext uri="{FF2B5EF4-FFF2-40B4-BE49-F238E27FC236}">
                  <a16:creationId xmlns:a16="http://schemas.microsoft.com/office/drawing/2014/main" id="{91010804-E8F3-9B69-7818-68A25CEA5695}"/>
                </a:ext>
              </a:extLst>
            </p:cNvPr>
            <p:cNvGrpSpPr/>
            <p:nvPr/>
          </p:nvGrpSpPr>
          <p:grpSpPr>
            <a:xfrm>
              <a:off x="3486240" y="3693240"/>
              <a:ext cx="117720" cy="293400"/>
              <a:chOff x="3486240" y="3693240"/>
              <a:chExt cx="117720" cy="293400"/>
            </a:xfrm>
          </p:grpSpPr>
          <p:sp>
            <p:nvSpPr>
              <p:cNvPr id="77" name="Google Shape;5094;p58">
                <a:extLst>
                  <a:ext uri="{FF2B5EF4-FFF2-40B4-BE49-F238E27FC236}">
                    <a16:creationId xmlns:a16="http://schemas.microsoft.com/office/drawing/2014/main" id="{2F1EAC8C-72E8-C2BD-1FB5-0F7D8079C1A2}"/>
                  </a:ext>
                </a:extLst>
              </p:cNvPr>
              <p:cNvSpPr/>
              <p:nvPr/>
            </p:nvSpPr>
            <p:spPr>
              <a:xfrm>
                <a:off x="3486240" y="374940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8" name="Google Shape;5095;p58">
                <a:extLst>
                  <a:ext uri="{FF2B5EF4-FFF2-40B4-BE49-F238E27FC236}">
                    <a16:creationId xmlns:a16="http://schemas.microsoft.com/office/drawing/2014/main" id="{5C8BE254-40DA-5AF0-C771-FB5E2674A276}"/>
                  </a:ext>
                </a:extLst>
              </p:cNvPr>
              <p:cNvSpPr/>
              <p:nvPr/>
            </p:nvSpPr>
            <p:spPr>
              <a:xfrm>
                <a:off x="3521520" y="369324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7" name="Google Shape;5080;p58">
            <a:extLst>
              <a:ext uri="{FF2B5EF4-FFF2-40B4-BE49-F238E27FC236}">
                <a16:creationId xmlns:a16="http://schemas.microsoft.com/office/drawing/2014/main" id="{64D89B7B-9FBE-CD3F-1A0C-59654C25507F}"/>
              </a:ext>
            </a:extLst>
          </p:cNvPr>
          <p:cNvGrpSpPr>
            <a:grpSpLocks noChangeAspect="1"/>
          </p:cNvGrpSpPr>
          <p:nvPr/>
        </p:nvGrpSpPr>
        <p:grpSpPr>
          <a:xfrm>
            <a:off x="9005169" y="-1357588"/>
            <a:ext cx="2939005" cy="660323"/>
            <a:chOff x="4636800" y="3692520"/>
            <a:chExt cx="1304280" cy="293040"/>
          </a:xfrm>
        </p:grpSpPr>
        <p:grpSp>
          <p:nvGrpSpPr>
            <p:cNvPr id="88" name="Google Shape;5081;p58">
              <a:extLst>
                <a:ext uri="{FF2B5EF4-FFF2-40B4-BE49-F238E27FC236}">
                  <a16:creationId xmlns:a16="http://schemas.microsoft.com/office/drawing/2014/main" id="{97DEE131-3BED-62FA-B717-C300A957C590}"/>
                </a:ext>
              </a:extLst>
            </p:cNvPr>
            <p:cNvGrpSpPr/>
            <p:nvPr/>
          </p:nvGrpSpPr>
          <p:grpSpPr>
            <a:xfrm>
              <a:off x="4636800" y="3692520"/>
              <a:ext cx="117720" cy="293040"/>
              <a:chOff x="4636800" y="3692520"/>
              <a:chExt cx="117720" cy="293040"/>
            </a:xfrm>
          </p:grpSpPr>
          <p:sp>
            <p:nvSpPr>
              <p:cNvPr id="101" name="Google Shape;5082;p58">
                <a:extLst>
                  <a:ext uri="{FF2B5EF4-FFF2-40B4-BE49-F238E27FC236}">
                    <a16:creationId xmlns:a16="http://schemas.microsoft.com/office/drawing/2014/main" id="{E91F1084-EAB9-D3AF-749D-96D76CEBCAE8}"/>
                  </a:ext>
                </a:extLst>
              </p:cNvPr>
              <p:cNvSpPr/>
              <p:nvPr/>
            </p:nvSpPr>
            <p:spPr>
              <a:xfrm>
                <a:off x="4636800" y="374832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" name="Google Shape;5083;p58">
                <a:extLst>
                  <a:ext uri="{FF2B5EF4-FFF2-40B4-BE49-F238E27FC236}">
                    <a16:creationId xmlns:a16="http://schemas.microsoft.com/office/drawing/2014/main" id="{A5673A04-1A77-4D4C-1D8E-4784DCF99850}"/>
                  </a:ext>
                </a:extLst>
              </p:cNvPr>
              <p:cNvSpPr/>
              <p:nvPr/>
            </p:nvSpPr>
            <p:spPr>
              <a:xfrm>
                <a:off x="4672080" y="369252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9" name="Google Shape;5084;p58">
              <a:extLst>
                <a:ext uri="{FF2B5EF4-FFF2-40B4-BE49-F238E27FC236}">
                  <a16:creationId xmlns:a16="http://schemas.microsoft.com/office/drawing/2014/main" id="{33D6CB13-2ED0-86F5-11BF-8B2CF53B3F02}"/>
                </a:ext>
              </a:extLst>
            </p:cNvPr>
            <p:cNvGrpSpPr/>
            <p:nvPr/>
          </p:nvGrpSpPr>
          <p:grpSpPr>
            <a:xfrm>
              <a:off x="5793840" y="3693240"/>
              <a:ext cx="147240" cy="291240"/>
              <a:chOff x="5793840" y="3693240"/>
              <a:chExt cx="147240" cy="291240"/>
            </a:xfrm>
          </p:grpSpPr>
          <p:sp>
            <p:nvSpPr>
              <p:cNvPr id="99" name="Google Shape;5085;p58">
                <a:extLst>
                  <a:ext uri="{FF2B5EF4-FFF2-40B4-BE49-F238E27FC236}">
                    <a16:creationId xmlns:a16="http://schemas.microsoft.com/office/drawing/2014/main" id="{B954E834-F799-46AD-0BBF-E47B8FA5B2A8}"/>
                  </a:ext>
                </a:extLst>
              </p:cNvPr>
              <p:cNvSpPr/>
              <p:nvPr/>
            </p:nvSpPr>
            <p:spPr>
              <a:xfrm>
                <a:off x="579384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" name="Google Shape;5086;p58">
                <a:extLst>
                  <a:ext uri="{FF2B5EF4-FFF2-40B4-BE49-F238E27FC236}">
                    <a16:creationId xmlns:a16="http://schemas.microsoft.com/office/drawing/2014/main" id="{6CCB27C7-3E34-8A1F-8309-D5A591105D48}"/>
                  </a:ext>
                </a:extLst>
              </p:cNvPr>
              <p:cNvSpPr/>
              <p:nvPr/>
            </p:nvSpPr>
            <p:spPr>
              <a:xfrm>
                <a:off x="584352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0" name="Google Shape;5087;p58">
              <a:extLst>
                <a:ext uri="{FF2B5EF4-FFF2-40B4-BE49-F238E27FC236}">
                  <a16:creationId xmlns:a16="http://schemas.microsoft.com/office/drawing/2014/main" id="{701C7C60-2671-4A21-79EA-032E424142BC}"/>
                </a:ext>
              </a:extLst>
            </p:cNvPr>
            <p:cNvGrpSpPr/>
            <p:nvPr/>
          </p:nvGrpSpPr>
          <p:grpSpPr>
            <a:xfrm>
              <a:off x="5490000" y="3693240"/>
              <a:ext cx="147240" cy="291240"/>
              <a:chOff x="5490000" y="3693240"/>
              <a:chExt cx="147240" cy="291240"/>
            </a:xfrm>
          </p:grpSpPr>
          <p:sp>
            <p:nvSpPr>
              <p:cNvPr id="97" name="Google Shape;5088;p58">
                <a:extLst>
                  <a:ext uri="{FF2B5EF4-FFF2-40B4-BE49-F238E27FC236}">
                    <a16:creationId xmlns:a16="http://schemas.microsoft.com/office/drawing/2014/main" id="{C0099542-10C4-5942-040D-3B01C7367D56}"/>
                  </a:ext>
                </a:extLst>
              </p:cNvPr>
              <p:cNvSpPr/>
              <p:nvPr/>
            </p:nvSpPr>
            <p:spPr>
              <a:xfrm>
                <a:off x="549000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" name="Google Shape;5089;p58">
                <a:extLst>
                  <a:ext uri="{FF2B5EF4-FFF2-40B4-BE49-F238E27FC236}">
                    <a16:creationId xmlns:a16="http://schemas.microsoft.com/office/drawing/2014/main" id="{97525C07-7500-1426-9F91-D132CD6DFD75}"/>
                  </a:ext>
                </a:extLst>
              </p:cNvPr>
              <p:cNvSpPr/>
              <p:nvPr/>
            </p:nvSpPr>
            <p:spPr>
              <a:xfrm>
                <a:off x="553968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1" name="Google Shape;5090;p58">
              <a:extLst>
                <a:ext uri="{FF2B5EF4-FFF2-40B4-BE49-F238E27FC236}">
                  <a16:creationId xmlns:a16="http://schemas.microsoft.com/office/drawing/2014/main" id="{86205C59-E8CC-11E6-43C1-46FA1D77B9B6}"/>
                </a:ext>
              </a:extLst>
            </p:cNvPr>
            <p:cNvGrpSpPr/>
            <p:nvPr/>
          </p:nvGrpSpPr>
          <p:grpSpPr>
            <a:xfrm>
              <a:off x="5186160" y="3693240"/>
              <a:ext cx="147240" cy="291240"/>
              <a:chOff x="5186160" y="3693240"/>
              <a:chExt cx="147240" cy="291240"/>
            </a:xfrm>
          </p:grpSpPr>
          <p:sp>
            <p:nvSpPr>
              <p:cNvPr id="95" name="Google Shape;5091;p58">
                <a:extLst>
                  <a:ext uri="{FF2B5EF4-FFF2-40B4-BE49-F238E27FC236}">
                    <a16:creationId xmlns:a16="http://schemas.microsoft.com/office/drawing/2014/main" id="{59B31F15-DB28-2192-DCBC-E24D68EFFAAB}"/>
                  </a:ext>
                </a:extLst>
              </p:cNvPr>
              <p:cNvSpPr/>
              <p:nvPr/>
            </p:nvSpPr>
            <p:spPr>
              <a:xfrm>
                <a:off x="518616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" name="Google Shape;5092;p58">
                <a:extLst>
                  <a:ext uri="{FF2B5EF4-FFF2-40B4-BE49-F238E27FC236}">
                    <a16:creationId xmlns:a16="http://schemas.microsoft.com/office/drawing/2014/main" id="{5C657D5D-3A34-DDA2-2904-18AE41DC9B06}"/>
                  </a:ext>
                </a:extLst>
              </p:cNvPr>
              <p:cNvSpPr/>
              <p:nvPr/>
            </p:nvSpPr>
            <p:spPr>
              <a:xfrm>
                <a:off x="523584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2" name="Google Shape;5093;p58">
              <a:extLst>
                <a:ext uri="{FF2B5EF4-FFF2-40B4-BE49-F238E27FC236}">
                  <a16:creationId xmlns:a16="http://schemas.microsoft.com/office/drawing/2014/main" id="{DE498BA3-159D-2F00-5491-68D6C6E97DA7}"/>
                </a:ext>
              </a:extLst>
            </p:cNvPr>
            <p:cNvGrpSpPr/>
            <p:nvPr/>
          </p:nvGrpSpPr>
          <p:grpSpPr>
            <a:xfrm>
              <a:off x="4911480" y="3692520"/>
              <a:ext cx="117720" cy="293040"/>
              <a:chOff x="4911480" y="3692520"/>
              <a:chExt cx="117720" cy="293040"/>
            </a:xfrm>
          </p:grpSpPr>
          <p:sp>
            <p:nvSpPr>
              <p:cNvPr id="93" name="Google Shape;5094;p58">
                <a:extLst>
                  <a:ext uri="{FF2B5EF4-FFF2-40B4-BE49-F238E27FC236}">
                    <a16:creationId xmlns:a16="http://schemas.microsoft.com/office/drawing/2014/main" id="{A5525A19-620B-59E6-ACF0-8B970398C87A}"/>
                  </a:ext>
                </a:extLst>
              </p:cNvPr>
              <p:cNvSpPr/>
              <p:nvPr/>
            </p:nvSpPr>
            <p:spPr>
              <a:xfrm>
                <a:off x="4911480" y="374832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4" name="Google Shape;5095;p58">
                <a:extLst>
                  <a:ext uri="{FF2B5EF4-FFF2-40B4-BE49-F238E27FC236}">
                    <a16:creationId xmlns:a16="http://schemas.microsoft.com/office/drawing/2014/main" id="{561C884A-9373-20A8-68E6-27B47C27935A}"/>
                  </a:ext>
                </a:extLst>
              </p:cNvPr>
              <p:cNvSpPr/>
              <p:nvPr/>
            </p:nvSpPr>
            <p:spPr>
              <a:xfrm>
                <a:off x="4946760" y="369252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22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F2ED-FF76-86A4-2D0F-2CE1B8B6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CBF907A-2841-5B08-63FD-14D58E0A6F0F}"/>
              </a:ext>
            </a:extLst>
          </p:cNvPr>
          <p:cNvSpPr txBox="1"/>
          <p:nvPr/>
        </p:nvSpPr>
        <p:spPr>
          <a:xfrm>
            <a:off x="5487353" y="-2904618"/>
            <a:ext cx="8097901" cy="281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HELLO!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06C9053-67AA-B929-7E83-C89AECB308B0}"/>
              </a:ext>
            </a:extLst>
          </p:cNvPr>
          <p:cNvSpPr txBox="1"/>
          <p:nvPr/>
        </p:nvSpPr>
        <p:spPr>
          <a:xfrm>
            <a:off x="8079237" y="992124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C03A59-6FF1-1E61-0FDC-FB92B29C8D7F}"/>
              </a:ext>
            </a:extLst>
          </p:cNvPr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84C1BD8-350A-2696-4839-7DCE7A739BEF}"/>
              </a:ext>
            </a:extLst>
          </p:cNvPr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F0059F-6101-0F27-7438-DA3DED364517}"/>
              </a:ext>
            </a:extLst>
          </p:cNvPr>
          <p:cNvSpPr txBox="1"/>
          <p:nvPr/>
        </p:nvSpPr>
        <p:spPr>
          <a:xfrm>
            <a:off x="7532508" y="-803991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0546A6A-C1E1-437F-8B51-AC3D70283185}"/>
              </a:ext>
            </a:extLst>
          </p:cNvPr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A08DDA3-3EF9-19CB-147C-A232EF475FD4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E475542-02C0-B15C-E57E-4ACE94BC943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58D35FFC-4CFD-E88A-9BB0-E17604BD0CD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CDC8E580-9C84-A393-05C7-ACDB23A5185C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C0B552A-DF00-7F99-108B-4FCC58414F8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6D66AE38-320C-4D2A-8BD5-C8D05802FA2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4CB7673-73E1-365C-D6DB-DFA803233789}"/>
              </a:ext>
            </a:extLst>
          </p:cNvPr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600E02D-5B20-C6B1-597B-00D1176BA80C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E0149DC6-804D-DFD4-8BD8-CC1578FA90A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E8AA214-0F3D-EA78-618A-AE346A312C8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9D8C0528-C092-8B56-2B19-1791D9BF9ECE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DF35468-FD22-64A6-9317-FC07D7096EE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2768542-DC1D-4C39-E661-E23369A3EA0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2E072D2-3E77-B280-9F5A-2D04F84E2075}"/>
              </a:ext>
            </a:extLst>
          </p:cNvPr>
          <p:cNvGrpSpPr/>
          <p:nvPr/>
        </p:nvGrpSpPr>
        <p:grpSpPr>
          <a:xfrm rot="-1259601">
            <a:off x="-4546129" y="6524530"/>
            <a:ext cx="7719139" cy="7719139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06D7021-FF4C-6596-CD3E-A5196503AB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7120104B-3A69-3E30-2EC8-C4B7C9854A0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920ED841-D47A-5273-0889-C4201BBD1BFA}"/>
              </a:ext>
            </a:extLst>
          </p:cNvPr>
          <p:cNvGrpSpPr/>
          <p:nvPr/>
        </p:nvGrpSpPr>
        <p:grpSpPr>
          <a:xfrm rot="-1259601">
            <a:off x="15016592" y="6524530"/>
            <a:ext cx="7719139" cy="7719139"/>
            <a:chOff x="0" y="0"/>
            <a:chExt cx="812800" cy="8128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D56D01B-B597-276E-4AB1-8BBE0DA8BBD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9362584F-8B41-633C-72D6-89AD0E6FAF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98570BF-CDF4-F8A6-7A6A-A538F2F1CCB2}"/>
              </a:ext>
            </a:extLst>
          </p:cNvPr>
          <p:cNvSpPr txBox="1"/>
          <p:nvPr/>
        </p:nvSpPr>
        <p:spPr>
          <a:xfrm>
            <a:off x="-2454812" y="10030525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Laila Khaled</a:t>
            </a:r>
            <a:endParaRPr lang="en-US" dirty="0">
              <a:cs typeface="Arial"/>
            </a:endParaRP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638ADF8D-7918-8CD8-4B98-CF53C0FFD069}"/>
              </a:ext>
            </a:extLst>
          </p:cNvPr>
          <p:cNvSpPr txBox="1"/>
          <p:nvPr/>
        </p:nvSpPr>
        <p:spPr>
          <a:xfrm>
            <a:off x="7425832" y="-5012699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78319CF4-6545-A29B-F6E1-C1FE8878F383}"/>
              </a:ext>
            </a:extLst>
          </p:cNvPr>
          <p:cNvSpPr txBox="1"/>
          <p:nvPr/>
        </p:nvSpPr>
        <p:spPr>
          <a:xfrm>
            <a:off x="7425832" y="1028700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Members</a:t>
            </a:r>
          </a:p>
        </p:txBody>
      </p: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B5BF5063-7192-B7CE-1128-ED2E70F2F2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566420"/>
              </p:ext>
            </p:extLst>
          </p:nvPr>
        </p:nvGraphicFramePr>
        <p:xfrm>
          <a:off x="4416656" y="3100555"/>
          <a:ext cx="9530888" cy="2150125"/>
        </p:xfrm>
        <a:graphic>
          <a:graphicData uri="http://schemas.openxmlformats.org/drawingml/2006/table">
            <a:tbl>
              <a:tblPr/>
              <a:tblGrid>
                <a:gridCol w="4765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Amr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Abdelftah</a:t>
                      </a: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Mahmoud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Abdelmonem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Ayatullah Mohamed Abdelhamid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Jana Mahmoud Mohamed 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Elhadidy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Mohamed Ibrahim Al-Arabi Taha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1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Layla Khaled Mohamed Salama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Omar Hussein Mohamed Ali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Mustafa Mahmoud Ibrahim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Shahata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Yomna Ayman Ahmed Mohamed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Farah El-Said Sobhy Mahmoud 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Hoor Amir Essa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5" name="Google Shape;5080;p58">
            <a:extLst>
              <a:ext uri="{FF2B5EF4-FFF2-40B4-BE49-F238E27FC236}">
                <a16:creationId xmlns:a16="http://schemas.microsoft.com/office/drawing/2014/main" id="{A419C91F-B613-3AED-3259-A8434D10E287}"/>
              </a:ext>
            </a:extLst>
          </p:cNvPr>
          <p:cNvGrpSpPr>
            <a:grpSpLocks noChangeAspect="1"/>
          </p:cNvGrpSpPr>
          <p:nvPr/>
        </p:nvGrpSpPr>
        <p:grpSpPr>
          <a:xfrm>
            <a:off x="5962822" y="7045255"/>
            <a:ext cx="2939004" cy="661134"/>
            <a:chOff x="3211560" y="3693240"/>
            <a:chExt cx="1304280" cy="293400"/>
          </a:xfrm>
        </p:grpSpPr>
        <p:grpSp>
          <p:nvGrpSpPr>
            <p:cNvPr id="37" name="Google Shape;5081;p58">
              <a:extLst>
                <a:ext uri="{FF2B5EF4-FFF2-40B4-BE49-F238E27FC236}">
                  <a16:creationId xmlns:a16="http://schemas.microsoft.com/office/drawing/2014/main" id="{63F46591-0091-9232-494C-CF3CF2F803E0}"/>
                </a:ext>
              </a:extLst>
            </p:cNvPr>
            <p:cNvGrpSpPr/>
            <p:nvPr/>
          </p:nvGrpSpPr>
          <p:grpSpPr>
            <a:xfrm>
              <a:off x="3211560" y="3693240"/>
              <a:ext cx="117720" cy="293400"/>
              <a:chOff x="3211560" y="3693240"/>
              <a:chExt cx="117720" cy="293400"/>
            </a:xfrm>
          </p:grpSpPr>
          <p:sp>
            <p:nvSpPr>
              <p:cNvPr id="54" name="Google Shape;5082;p58">
                <a:extLst>
                  <a:ext uri="{FF2B5EF4-FFF2-40B4-BE49-F238E27FC236}">
                    <a16:creationId xmlns:a16="http://schemas.microsoft.com/office/drawing/2014/main" id="{A717C1CA-C2B4-A6A3-4327-075D258504B4}"/>
                  </a:ext>
                </a:extLst>
              </p:cNvPr>
              <p:cNvSpPr/>
              <p:nvPr/>
            </p:nvSpPr>
            <p:spPr>
              <a:xfrm>
                <a:off x="3211560" y="374940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" name="Google Shape;5083;p58">
                <a:extLst>
                  <a:ext uri="{FF2B5EF4-FFF2-40B4-BE49-F238E27FC236}">
                    <a16:creationId xmlns:a16="http://schemas.microsoft.com/office/drawing/2014/main" id="{5B283295-115C-4E30-1609-453FCEE9EB3E}"/>
                  </a:ext>
                </a:extLst>
              </p:cNvPr>
              <p:cNvSpPr/>
              <p:nvPr/>
            </p:nvSpPr>
            <p:spPr>
              <a:xfrm>
                <a:off x="3247200" y="369324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2" name="Google Shape;5084;p58">
              <a:extLst>
                <a:ext uri="{FF2B5EF4-FFF2-40B4-BE49-F238E27FC236}">
                  <a16:creationId xmlns:a16="http://schemas.microsoft.com/office/drawing/2014/main" id="{1554D1BB-5C28-F019-482D-E54CAAF5C3CA}"/>
                </a:ext>
              </a:extLst>
            </p:cNvPr>
            <p:cNvGrpSpPr/>
            <p:nvPr/>
          </p:nvGrpSpPr>
          <p:grpSpPr>
            <a:xfrm>
              <a:off x="4368600" y="3694320"/>
              <a:ext cx="147240" cy="291240"/>
              <a:chOff x="4368600" y="3694320"/>
              <a:chExt cx="147240" cy="291240"/>
            </a:xfrm>
          </p:grpSpPr>
          <p:sp>
            <p:nvSpPr>
              <p:cNvPr id="52" name="Google Shape;5085;p58">
                <a:extLst>
                  <a:ext uri="{FF2B5EF4-FFF2-40B4-BE49-F238E27FC236}">
                    <a16:creationId xmlns:a16="http://schemas.microsoft.com/office/drawing/2014/main" id="{E0F6C8DF-1DD1-93A7-E65B-FD0A6D38DEE0}"/>
                  </a:ext>
                </a:extLst>
              </p:cNvPr>
              <p:cNvSpPr/>
              <p:nvPr/>
            </p:nvSpPr>
            <p:spPr>
              <a:xfrm>
                <a:off x="436860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" name="Google Shape;5086;p58">
                <a:extLst>
                  <a:ext uri="{FF2B5EF4-FFF2-40B4-BE49-F238E27FC236}">
                    <a16:creationId xmlns:a16="http://schemas.microsoft.com/office/drawing/2014/main" id="{2AD1C3A1-C389-DD45-0835-64F9F6C3C633}"/>
                  </a:ext>
                </a:extLst>
              </p:cNvPr>
              <p:cNvSpPr/>
              <p:nvPr/>
            </p:nvSpPr>
            <p:spPr>
              <a:xfrm>
                <a:off x="441864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3" name="Google Shape;5087;p58">
              <a:extLst>
                <a:ext uri="{FF2B5EF4-FFF2-40B4-BE49-F238E27FC236}">
                  <a16:creationId xmlns:a16="http://schemas.microsoft.com/office/drawing/2014/main" id="{BAACCD2E-5AF3-AAF8-D55A-599ED32448F6}"/>
                </a:ext>
              </a:extLst>
            </p:cNvPr>
            <p:cNvGrpSpPr/>
            <p:nvPr/>
          </p:nvGrpSpPr>
          <p:grpSpPr>
            <a:xfrm>
              <a:off x="4064760" y="3694320"/>
              <a:ext cx="147240" cy="291240"/>
              <a:chOff x="4064760" y="3694320"/>
              <a:chExt cx="147240" cy="291240"/>
            </a:xfrm>
          </p:grpSpPr>
          <p:sp>
            <p:nvSpPr>
              <p:cNvPr id="50" name="Google Shape;5088;p58">
                <a:extLst>
                  <a:ext uri="{FF2B5EF4-FFF2-40B4-BE49-F238E27FC236}">
                    <a16:creationId xmlns:a16="http://schemas.microsoft.com/office/drawing/2014/main" id="{4D3E443A-7A45-0EEF-8EB4-80E24430A26A}"/>
                  </a:ext>
                </a:extLst>
              </p:cNvPr>
              <p:cNvSpPr/>
              <p:nvPr/>
            </p:nvSpPr>
            <p:spPr>
              <a:xfrm>
                <a:off x="406476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" name="Google Shape;5089;p58">
                <a:extLst>
                  <a:ext uri="{FF2B5EF4-FFF2-40B4-BE49-F238E27FC236}">
                    <a16:creationId xmlns:a16="http://schemas.microsoft.com/office/drawing/2014/main" id="{A859BFAF-9A62-408A-381B-B8682656D9E5}"/>
                  </a:ext>
                </a:extLst>
              </p:cNvPr>
              <p:cNvSpPr/>
              <p:nvPr/>
            </p:nvSpPr>
            <p:spPr>
              <a:xfrm>
                <a:off x="411480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4" name="Google Shape;5090;p58">
              <a:extLst>
                <a:ext uri="{FF2B5EF4-FFF2-40B4-BE49-F238E27FC236}">
                  <a16:creationId xmlns:a16="http://schemas.microsoft.com/office/drawing/2014/main" id="{AA96D772-0C3D-3835-A09B-21FA9F30B1CD}"/>
                </a:ext>
              </a:extLst>
            </p:cNvPr>
            <p:cNvGrpSpPr/>
            <p:nvPr/>
          </p:nvGrpSpPr>
          <p:grpSpPr>
            <a:xfrm>
              <a:off x="3760920" y="3694320"/>
              <a:ext cx="147240" cy="291240"/>
              <a:chOff x="3760920" y="3694320"/>
              <a:chExt cx="147240" cy="291240"/>
            </a:xfrm>
          </p:grpSpPr>
          <p:sp>
            <p:nvSpPr>
              <p:cNvPr id="48" name="Google Shape;5091;p58">
                <a:extLst>
                  <a:ext uri="{FF2B5EF4-FFF2-40B4-BE49-F238E27FC236}">
                    <a16:creationId xmlns:a16="http://schemas.microsoft.com/office/drawing/2014/main" id="{D2FE4BBB-0C3B-8C53-8E9C-2DAB49A2098B}"/>
                  </a:ext>
                </a:extLst>
              </p:cNvPr>
              <p:cNvSpPr/>
              <p:nvPr/>
            </p:nvSpPr>
            <p:spPr>
              <a:xfrm>
                <a:off x="376092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" name="Google Shape;5092;p58">
                <a:extLst>
                  <a:ext uri="{FF2B5EF4-FFF2-40B4-BE49-F238E27FC236}">
                    <a16:creationId xmlns:a16="http://schemas.microsoft.com/office/drawing/2014/main" id="{EDE51AE2-6C47-A7B0-814C-ABBC19E416D8}"/>
                  </a:ext>
                </a:extLst>
              </p:cNvPr>
              <p:cNvSpPr/>
              <p:nvPr/>
            </p:nvSpPr>
            <p:spPr>
              <a:xfrm>
                <a:off x="381096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5" name="Google Shape;5093;p58">
              <a:extLst>
                <a:ext uri="{FF2B5EF4-FFF2-40B4-BE49-F238E27FC236}">
                  <a16:creationId xmlns:a16="http://schemas.microsoft.com/office/drawing/2014/main" id="{1BC845AF-867D-0247-E9DA-95DE93C60F0C}"/>
                </a:ext>
              </a:extLst>
            </p:cNvPr>
            <p:cNvGrpSpPr/>
            <p:nvPr/>
          </p:nvGrpSpPr>
          <p:grpSpPr>
            <a:xfrm>
              <a:off x="3486240" y="3693240"/>
              <a:ext cx="117720" cy="293400"/>
              <a:chOff x="3486240" y="3693240"/>
              <a:chExt cx="117720" cy="293400"/>
            </a:xfrm>
          </p:grpSpPr>
          <p:sp>
            <p:nvSpPr>
              <p:cNvPr id="46" name="Google Shape;5094;p58">
                <a:extLst>
                  <a:ext uri="{FF2B5EF4-FFF2-40B4-BE49-F238E27FC236}">
                    <a16:creationId xmlns:a16="http://schemas.microsoft.com/office/drawing/2014/main" id="{BB2E0517-A2D8-BE88-8A48-C5AF3B256214}"/>
                  </a:ext>
                </a:extLst>
              </p:cNvPr>
              <p:cNvSpPr/>
              <p:nvPr/>
            </p:nvSpPr>
            <p:spPr>
              <a:xfrm>
                <a:off x="3486240" y="374940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7" name="Google Shape;5095;p58">
                <a:extLst>
                  <a:ext uri="{FF2B5EF4-FFF2-40B4-BE49-F238E27FC236}">
                    <a16:creationId xmlns:a16="http://schemas.microsoft.com/office/drawing/2014/main" id="{41FB1EB7-9687-FC3D-4EB7-D3883D4E9F04}"/>
                  </a:ext>
                </a:extLst>
              </p:cNvPr>
              <p:cNvSpPr/>
              <p:nvPr/>
            </p:nvSpPr>
            <p:spPr>
              <a:xfrm>
                <a:off x="3521520" y="369324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6" name="Google Shape;5080;p58">
            <a:extLst>
              <a:ext uri="{FF2B5EF4-FFF2-40B4-BE49-F238E27FC236}">
                <a16:creationId xmlns:a16="http://schemas.microsoft.com/office/drawing/2014/main" id="{91D97C50-AF32-0882-2224-B0B1DFCE878B}"/>
              </a:ext>
            </a:extLst>
          </p:cNvPr>
          <p:cNvGrpSpPr>
            <a:grpSpLocks noChangeAspect="1"/>
          </p:cNvGrpSpPr>
          <p:nvPr/>
        </p:nvGrpSpPr>
        <p:grpSpPr>
          <a:xfrm>
            <a:off x="9367459" y="7019085"/>
            <a:ext cx="2939005" cy="660323"/>
            <a:chOff x="4636800" y="3692520"/>
            <a:chExt cx="1304280" cy="293040"/>
          </a:xfrm>
        </p:grpSpPr>
        <p:grpSp>
          <p:nvGrpSpPr>
            <p:cNvPr id="57" name="Google Shape;5081;p58">
              <a:extLst>
                <a:ext uri="{FF2B5EF4-FFF2-40B4-BE49-F238E27FC236}">
                  <a16:creationId xmlns:a16="http://schemas.microsoft.com/office/drawing/2014/main" id="{F27ED437-7601-D7E5-4C8D-4781F9E41B70}"/>
                </a:ext>
              </a:extLst>
            </p:cNvPr>
            <p:cNvGrpSpPr/>
            <p:nvPr/>
          </p:nvGrpSpPr>
          <p:grpSpPr>
            <a:xfrm>
              <a:off x="4636800" y="3692520"/>
              <a:ext cx="117720" cy="293040"/>
              <a:chOff x="4636800" y="3692520"/>
              <a:chExt cx="117720" cy="293040"/>
            </a:xfrm>
          </p:grpSpPr>
          <p:sp>
            <p:nvSpPr>
              <p:cNvPr id="70" name="Google Shape;5082;p58">
                <a:extLst>
                  <a:ext uri="{FF2B5EF4-FFF2-40B4-BE49-F238E27FC236}">
                    <a16:creationId xmlns:a16="http://schemas.microsoft.com/office/drawing/2014/main" id="{A76255F0-84F7-FAA1-2E34-0E7743B5099D}"/>
                  </a:ext>
                </a:extLst>
              </p:cNvPr>
              <p:cNvSpPr/>
              <p:nvPr/>
            </p:nvSpPr>
            <p:spPr>
              <a:xfrm>
                <a:off x="4636800" y="374832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1" name="Google Shape;5083;p58">
                <a:extLst>
                  <a:ext uri="{FF2B5EF4-FFF2-40B4-BE49-F238E27FC236}">
                    <a16:creationId xmlns:a16="http://schemas.microsoft.com/office/drawing/2014/main" id="{7BA58265-AD04-3B4D-5526-90B140373263}"/>
                  </a:ext>
                </a:extLst>
              </p:cNvPr>
              <p:cNvSpPr/>
              <p:nvPr/>
            </p:nvSpPr>
            <p:spPr>
              <a:xfrm>
                <a:off x="4672080" y="369252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8" name="Google Shape;5084;p58">
              <a:extLst>
                <a:ext uri="{FF2B5EF4-FFF2-40B4-BE49-F238E27FC236}">
                  <a16:creationId xmlns:a16="http://schemas.microsoft.com/office/drawing/2014/main" id="{EC5AB272-DFED-4DD1-75A6-439FE47F632C}"/>
                </a:ext>
              </a:extLst>
            </p:cNvPr>
            <p:cNvGrpSpPr/>
            <p:nvPr/>
          </p:nvGrpSpPr>
          <p:grpSpPr>
            <a:xfrm>
              <a:off x="5793840" y="3693240"/>
              <a:ext cx="147240" cy="291240"/>
              <a:chOff x="5793840" y="3693240"/>
              <a:chExt cx="147240" cy="291240"/>
            </a:xfrm>
          </p:grpSpPr>
          <p:sp>
            <p:nvSpPr>
              <p:cNvPr id="68" name="Google Shape;5085;p58">
                <a:extLst>
                  <a:ext uri="{FF2B5EF4-FFF2-40B4-BE49-F238E27FC236}">
                    <a16:creationId xmlns:a16="http://schemas.microsoft.com/office/drawing/2014/main" id="{C4B88A8F-80DC-6972-BE4D-025CDF3E6416}"/>
                  </a:ext>
                </a:extLst>
              </p:cNvPr>
              <p:cNvSpPr/>
              <p:nvPr/>
            </p:nvSpPr>
            <p:spPr>
              <a:xfrm>
                <a:off x="579384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" name="Google Shape;5086;p58">
                <a:extLst>
                  <a:ext uri="{FF2B5EF4-FFF2-40B4-BE49-F238E27FC236}">
                    <a16:creationId xmlns:a16="http://schemas.microsoft.com/office/drawing/2014/main" id="{98015F58-D21C-1B34-03C0-A953669F0301}"/>
                  </a:ext>
                </a:extLst>
              </p:cNvPr>
              <p:cNvSpPr/>
              <p:nvPr/>
            </p:nvSpPr>
            <p:spPr>
              <a:xfrm>
                <a:off x="584352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9" name="Google Shape;5087;p58">
              <a:extLst>
                <a:ext uri="{FF2B5EF4-FFF2-40B4-BE49-F238E27FC236}">
                  <a16:creationId xmlns:a16="http://schemas.microsoft.com/office/drawing/2014/main" id="{087A7F81-9A28-C42A-2C7D-9C8075072176}"/>
                </a:ext>
              </a:extLst>
            </p:cNvPr>
            <p:cNvGrpSpPr/>
            <p:nvPr/>
          </p:nvGrpSpPr>
          <p:grpSpPr>
            <a:xfrm>
              <a:off x="5490000" y="3693240"/>
              <a:ext cx="147240" cy="291240"/>
              <a:chOff x="5490000" y="3693240"/>
              <a:chExt cx="147240" cy="291240"/>
            </a:xfrm>
          </p:grpSpPr>
          <p:sp>
            <p:nvSpPr>
              <p:cNvPr id="66" name="Google Shape;5088;p58">
                <a:extLst>
                  <a:ext uri="{FF2B5EF4-FFF2-40B4-BE49-F238E27FC236}">
                    <a16:creationId xmlns:a16="http://schemas.microsoft.com/office/drawing/2014/main" id="{F88A7C99-C53D-161B-9080-90FBB4FABDD5}"/>
                  </a:ext>
                </a:extLst>
              </p:cNvPr>
              <p:cNvSpPr/>
              <p:nvPr/>
            </p:nvSpPr>
            <p:spPr>
              <a:xfrm>
                <a:off x="549000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" name="Google Shape;5089;p58">
                <a:extLst>
                  <a:ext uri="{FF2B5EF4-FFF2-40B4-BE49-F238E27FC236}">
                    <a16:creationId xmlns:a16="http://schemas.microsoft.com/office/drawing/2014/main" id="{A9C961F7-D4BA-95FB-291F-87A37C022DBD}"/>
                  </a:ext>
                </a:extLst>
              </p:cNvPr>
              <p:cNvSpPr/>
              <p:nvPr/>
            </p:nvSpPr>
            <p:spPr>
              <a:xfrm>
                <a:off x="553968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0" name="Google Shape;5090;p58">
              <a:extLst>
                <a:ext uri="{FF2B5EF4-FFF2-40B4-BE49-F238E27FC236}">
                  <a16:creationId xmlns:a16="http://schemas.microsoft.com/office/drawing/2014/main" id="{005DEF1F-2ACB-BC12-0F8D-4A3E7C36C233}"/>
                </a:ext>
              </a:extLst>
            </p:cNvPr>
            <p:cNvGrpSpPr/>
            <p:nvPr/>
          </p:nvGrpSpPr>
          <p:grpSpPr>
            <a:xfrm>
              <a:off x="5186160" y="3693240"/>
              <a:ext cx="147240" cy="291240"/>
              <a:chOff x="5186160" y="3693240"/>
              <a:chExt cx="147240" cy="291240"/>
            </a:xfrm>
          </p:grpSpPr>
          <p:sp>
            <p:nvSpPr>
              <p:cNvPr id="64" name="Google Shape;5091;p58">
                <a:extLst>
                  <a:ext uri="{FF2B5EF4-FFF2-40B4-BE49-F238E27FC236}">
                    <a16:creationId xmlns:a16="http://schemas.microsoft.com/office/drawing/2014/main" id="{AA101DDE-5A16-9208-8B50-0098DA6C6BC9}"/>
                  </a:ext>
                </a:extLst>
              </p:cNvPr>
              <p:cNvSpPr/>
              <p:nvPr/>
            </p:nvSpPr>
            <p:spPr>
              <a:xfrm>
                <a:off x="518616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5" name="Google Shape;5092;p58">
                <a:extLst>
                  <a:ext uri="{FF2B5EF4-FFF2-40B4-BE49-F238E27FC236}">
                    <a16:creationId xmlns:a16="http://schemas.microsoft.com/office/drawing/2014/main" id="{2E013CC9-74F3-C9EF-D1E2-0F0E7D44A1C4}"/>
                  </a:ext>
                </a:extLst>
              </p:cNvPr>
              <p:cNvSpPr/>
              <p:nvPr/>
            </p:nvSpPr>
            <p:spPr>
              <a:xfrm>
                <a:off x="523584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1" name="Google Shape;5093;p58">
              <a:extLst>
                <a:ext uri="{FF2B5EF4-FFF2-40B4-BE49-F238E27FC236}">
                  <a16:creationId xmlns:a16="http://schemas.microsoft.com/office/drawing/2014/main" id="{028BBE18-CCE5-8F3F-2559-B854F41CCC37}"/>
                </a:ext>
              </a:extLst>
            </p:cNvPr>
            <p:cNvGrpSpPr/>
            <p:nvPr/>
          </p:nvGrpSpPr>
          <p:grpSpPr>
            <a:xfrm>
              <a:off x="4911480" y="3692520"/>
              <a:ext cx="117720" cy="293040"/>
              <a:chOff x="4911480" y="3692520"/>
              <a:chExt cx="117720" cy="293040"/>
            </a:xfrm>
          </p:grpSpPr>
          <p:sp>
            <p:nvSpPr>
              <p:cNvPr id="62" name="Google Shape;5094;p58">
                <a:extLst>
                  <a:ext uri="{FF2B5EF4-FFF2-40B4-BE49-F238E27FC236}">
                    <a16:creationId xmlns:a16="http://schemas.microsoft.com/office/drawing/2014/main" id="{23F4F4D3-AF78-FD7F-FF2F-DE66AD64A1F6}"/>
                  </a:ext>
                </a:extLst>
              </p:cNvPr>
              <p:cNvSpPr/>
              <p:nvPr/>
            </p:nvSpPr>
            <p:spPr>
              <a:xfrm>
                <a:off x="4911480" y="374832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" name="Google Shape;5095;p58">
                <a:extLst>
                  <a:ext uri="{FF2B5EF4-FFF2-40B4-BE49-F238E27FC236}">
                    <a16:creationId xmlns:a16="http://schemas.microsoft.com/office/drawing/2014/main" id="{1D73FCFA-9A5C-727E-EA08-D272794486CF}"/>
                  </a:ext>
                </a:extLst>
              </p:cNvPr>
              <p:cNvSpPr/>
              <p:nvPr/>
            </p:nvSpPr>
            <p:spPr>
              <a:xfrm>
                <a:off x="4946760" y="369252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77" name="Freeform 8">
            <a:extLst>
              <a:ext uri="{FF2B5EF4-FFF2-40B4-BE49-F238E27FC236}">
                <a16:creationId xmlns:a16="http://schemas.microsoft.com/office/drawing/2014/main" id="{5F3E42CE-AFFD-4F25-ADCF-8B26FCCD2E21}"/>
              </a:ext>
            </a:extLst>
          </p:cNvPr>
          <p:cNvSpPr/>
          <p:nvPr/>
        </p:nvSpPr>
        <p:spPr>
          <a:xfrm>
            <a:off x="444054" y="10299566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8" name="Freeform 9">
            <a:extLst>
              <a:ext uri="{FF2B5EF4-FFF2-40B4-BE49-F238E27FC236}">
                <a16:creationId xmlns:a16="http://schemas.microsoft.com/office/drawing/2014/main" id="{B130E447-2611-AF19-5F97-397E6FCC03AB}"/>
              </a:ext>
            </a:extLst>
          </p:cNvPr>
          <p:cNvSpPr/>
          <p:nvPr/>
        </p:nvSpPr>
        <p:spPr>
          <a:xfrm flipH="1">
            <a:off x="14789511" y="10299566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9" name="TextBox 28">
            <a:extLst>
              <a:ext uri="{FF2B5EF4-FFF2-40B4-BE49-F238E27FC236}">
                <a16:creationId xmlns:a16="http://schemas.microsoft.com/office/drawing/2014/main" id="{237F8122-206D-9FB1-A467-6B4D172683FD}"/>
              </a:ext>
            </a:extLst>
          </p:cNvPr>
          <p:cNvSpPr txBox="1"/>
          <p:nvPr/>
        </p:nvSpPr>
        <p:spPr>
          <a:xfrm>
            <a:off x="4434116" y="12613501"/>
            <a:ext cx="883461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Prof.Ahmed Magdy</a:t>
            </a:r>
          </a:p>
        </p:txBody>
      </p:sp>
      <p:sp>
        <p:nvSpPr>
          <p:cNvPr id="80" name="TextBox 30">
            <a:extLst>
              <a:ext uri="{FF2B5EF4-FFF2-40B4-BE49-F238E27FC236}">
                <a16:creationId xmlns:a16="http://schemas.microsoft.com/office/drawing/2014/main" id="{016061BF-CFFB-9ADC-2BF5-5DF234F87306}"/>
              </a:ext>
            </a:extLst>
          </p:cNvPr>
          <p:cNvSpPr txBox="1"/>
          <p:nvPr/>
        </p:nvSpPr>
        <p:spPr>
          <a:xfrm>
            <a:off x="4434116" y="12613501"/>
            <a:ext cx="883461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Course: ELE 161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8CB2AA-213B-31B8-8D51-61FBF44713C4}"/>
              </a:ext>
            </a:extLst>
          </p:cNvPr>
          <p:cNvSpPr txBox="1"/>
          <p:nvPr/>
        </p:nvSpPr>
        <p:spPr>
          <a:xfrm>
            <a:off x="7382632" y="10782300"/>
            <a:ext cx="327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Spline Sans" panose="020B0604020202020204" charset="0"/>
                <a:cs typeface="Spline Sans" panose="020B0604020202020204" charset="0"/>
              </a:rPr>
              <a:t>Table of Content</a:t>
            </a:r>
          </a:p>
        </p:txBody>
      </p:sp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7382B16F-64C4-0362-B52D-41A69D26C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224037"/>
              </p:ext>
            </p:extLst>
          </p:nvPr>
        </p:nvGraphicFramePr>
        <p:xfrm>
          <a:off x="4169917" y="11538438"/>
          <a:ext cx="9530888" cy="2150125"/>
        </p:xfrm>
        <a:graphic>
          <a:graphicData uri="http://schemas.openxmlformats.org/drawingml/2006/table">
            <a:tbl>
              <a:tblPr/>
              <a:tblGrid>
                <a:gridCol w="4765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Amr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Abdelftah</a:t>
                      </a: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Mahmoud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Abdelmonem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Ayatullah Mohamed Abdelhamid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Jana Mahmoud Mohamed 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Elhadidy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Mohamed Ibrahim Al-Arabi Taha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1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Layla Khaled Mohamed Salama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Omar Hussein Mohamed Ali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Mustafa Mahmoud Ibrahim </a:t>
                      </a:r>
                      <a:r>
                        <a:rPr lang="en-US" sz="1800" b="1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Shahata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Yomna Ayman Ahmed Mohamed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Farah El-Said Sobhy Mahmoud 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Hoor Amir Essa</a:t>
                      </a:r>
                      <a:endParaRPr lang="en-US" sz="18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2" name="Google Shape;5080;p58">
            <a:extLst>
              <a:ext uri="{FF2B5EF4-FFF2-40B4-BE49-F238E27FC236}">
                <a16:creationId xmlns:a16="http://schemas.microsoft.com/office/drawing/2014/main" id="{7B5CEFF6-A9FC-059F-EAC8-A387B7DF8B61}"/>
              </a:ext>
            </a:extLst>
          </p:cNvPr>
          <p:cNvGrpSpPr>
            <a:grpSpLocks noChangeAspect="1"/>
          </p:cNvGrpSpPr>
          <p:nvPr/>
        </p:nvGrpSpPr>
        <p:grpSpPr>
          <a:xfrm>
            <a:off x="5716083" y="15483138"/>
            <a:ext cx="2939004" cy="661134"/>
            <a:chOff x="3211560" y="3693240"/>
            <a:chExt cx="1304280" cy="293400"/>
          </a:xfrm>
        </p:grpSpPr>
        <p:grpSp>
          <p:nvGrpSpPr>
            <p:cNvPr id="33" name="Google Shape;5081;p58">
              <a:extLst>
                <a:ext uri="{FF2B5EF4-FFF2-40B4-BE49-F238E27FC236}">
                  <a16:creationId xmlns:a16="http://schemas.microsoft.com/office/drawing/2014/main" id="{6D8FDC35-6F5B-F60F-70D4-EC0635885D4C}"/>
                </a:ext>
              </a:extLst>
            </p:cNvPr>
            <p:cNvGrpSpPr/>
            <p:nvPr/>
          </p:nvGrpSpPr>
          <p:grpSpPr>
            <a:xfrm>
              <a:off x="3211560" y="3693240"/>
              <a:ext cx="117720" cy="293400"/>
              <a:chOff x="3211560" y="3693240"/>
              <a:chExt cx="117720" cy="293400"/>
            </a:xfrm>
          </p:grpSpPr>
          <p:sp>
            <p:nvSpPr>
              <p:cNvPr id="84" name="Google Shape;5082;p58">
                <a:extLst>
                  <a:ext uri="{FF2B5EF4-FFF2-40B4-BE49-F238E27FC236}">
                    <a16:creationId xmlns:a16="http://schemas.microsoft.com/office/drawing/2014/main" id="{21004B65-2011-A80D-80E4-4A7BBD426DEE}"/>
                  </a:ext>
                </a:extLst>
              </p:cNvPr>
              <p:cNvSpPr/>
              <p:nvPr/>
            </p:nvSpPr>
            <p:spPr>
              <a:xfrm>
                <a:off x="3211560" y="374940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" name="Google Shape;5083;p58">
                <a:extLst>
                  <a:ext uri="{FF2B5EF4-FFF2-40B4-BE49-F238E27FC236}">
                    <a16:creationId xmlns:a16="http://schemas.microsoft.com/office/drawing/2014/main" id="{3B8C56C7-983D-6708-B6B5-AB4C7C2311CD}"/>
                  </a:ext>
                </a:extLst>
              </p:cNvPr>
              <p:cNvSpPr/>
              <p:nvPr/>
            </p:nvSpPr>
            <p:spPr>
              <a:xfrm>
                <a:off x="3247200" y="369324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6" name="Google Shape;5084;p58">
              <a:extLst>
                <a:ext uri="{FF2B5EF4-FFF2-40B4-BE49-F238E27FC236}">
                  <a16:creationId xmlns:a16="http://schemas.microsoft.com/office/drawing/2014/main" id="{EA4E5F8C-0BDB-185F-F813-C5D273543E5C}"/>
                </a:ext>
              </a:extLst>
            </p:cNvPr>
            <p:cNvGrpSpPr/>
            <p:nvPr/>
          </p:nvGrpSpPr>
          <p:grpSpPr>
            <a:xfrm>
              <a:off x="4368600" y="3694320"/>
              <a:ext cx="147240" cy="291240"/>
              <a:chOff x="4368600" y="3694320"/>
              <a:chExt cx="147240" cy="291240"/>
            </a:xfrm>
          </p:grpSpPr>
          <p:sp>
            <p:nvSpPr>
              <p:cNvPr id="82" name="Google Shape;5085;p58">
                <a:extLst>
                  <a:ext uri="{FF2B5EF4-FFF2-40B4-BE49-F238E27FC236}">
                    <a16:creationId xmlns:a16="http://schemas.microsoft.com/office/drawing/2014/main" id="{507AA851-2213-C24F-562E-7539C9B90671}"/>
                  </a:ext>
                </a:extLst>
              </p:cNvPr>
              <p:cNvSpPr/>
              <p:nvPr/>
            </p:nvSpPr>
            <p:spPr>
              <a:xfrm>
                <a:off x="436860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3" name="Google Shape;5086;p58">
                <a:extLst>
                  <a:ext uri="{FF2B5EF4-FFF2-40B4-BE49-F238E27FC236}">
                    <a16:creationId xmlns:a16="http://schemas.microsoft.com/office/drawing/2014/main" id="{6EC0AE8A-A9CF-EE92-5A98-7740EA441436}"/>
                  </a:ext>
                </a:extLst>
              </p:cNvPr>
              <p:cNvSpPr/>
              <p:nvPr/>
            </p:nvSpPr>
            <p:spPr>
              <a:xfrm>
                <a:off x="441864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8" name="Google Shape;5087;p58">
              <a:extLst>
                <a:ext uri="{FF2B5EF4-FFF2-40B4-BE49-F238E27FC236}">
                  <a16:creationId xmlns:a16="http://schemas.microsoft.com/office/drawing/2014/main" id="{B7296F71-53CF-A3C5-4EB7-397C9938F238}"/>
                </a:ext>
              </a:extLst>
            </p:cNvPr>
            <p:cNvGrpSpPr/>
            <p:nvPr/>
          </p:nvGrpSpPr>
          <p:grpSpPr>
            <a:xfrm>
              <a:off x="4064760" y="3694320"/>
              <a:ext cx="147240" cy="291240"/>
              <a:chOff x="4064760" y="3694320"/>
              <a:chExt cx="147240" cy="291240"/>
            </a:xfrm>
          </p:grpSpPr>
          <p:sp>
            <p:nvSpPr>
              <p:cNvPr id="76" name="Google Shape;5088;p58">
                <a:extLst>
                  <a:ext uri="{FF2B5EF4-FFF2-40B4-BE49-F238E27FC236}">
                    <a16:creationId xmlns:a16="http://schemas.microsoft.com/office/drawing/2014/main" id="{64494ACD-5B19-65AB-3B35-16231D5119BF}"/>
                  </a:ext>
                </a:extLst>
              </p:cNvPr>
              <p:cNvSpPr/>
              <p:nvPr/>
            </p:nvSpPr>
            <p:spPr>
              <a:xfrm>
                <a:off x="406476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1" name="Google Shape;5089;p58">
                <a:extLst>
                  <a:ext uri="{FF2B5EF4-FFF2-40B4-BE49-F238E27FC236}">
                    <a16:creationId xmlns:a16="http://schemas.microsoft.com/office/drawing/2014/main" id="{A23FFE33-DF04-7D77-07C8-F46D8ED37D71}"/>
                  </a:ext>
                </a:extLst>
              </p:cNvPr>
              <p:cNvSpPr/>
              <p:nvPr/>
            </p:nvSpPr>
            <p:spPr>
              <a:xfrm>
                <a:off x="411480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9" name="Google Shape;5090;p58">
              <a:extLst>
                <a:ext uri="{FF2B5EF4-FFF2-40B4-BE49-F238E27FC236}">
                  <a16:creationId xmlns:a16="http://schemas.microsoft.com/office/drawing/2014/main" id="{B764360F-D69F-E04A-C72A-70B5CDBFB7A2}"/>
                </a:ext>
              </a:extLst>
            </p:cNvPr>
            <p:cNvGrpSpPr/>
            <p:nvPr/>
          </p:nvGrpSpPr>
          <p:grpSpPr>
            <a:xfrm>
              <a:off x="3760920" y="3694320"/>
              <a:ext cx="147240" cy="291240"/>
              <a:chOff x="3760920" y="3694320"/>
              <a:chExt cx="147240" cy="291240"/>
            </a:xfrm>
          </p:grpSpPr>
          <p:sp>
            <p:nvSpPr>
              <p:cNvPr id="74" name="Google Shape;5091;p58">
                <a:extLst>
                  <a:ext uri="{FF2B5EF4-FFF2-40B4-BE49-F238E27FC236}">
                    <a16:creationId xmlns:a16="http://schemas.microsoft.com/office/drawing/2014/main" id="{B8CB8351-D082-BE23-63AE-27F64939BB10}"/>
                  </a:ext>
                </a:extLst>
              </p:cNvPr>
              <p:cNvSpPr/>
              <p:nvPr/>
            </p:nvSpPr>
            <p:spPr>
              <a:xfrm>
                <a:off x="3760920" y="375012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5" name="Google Shape;5092;p58">
                <a:extLst>
                  <a:ext uri="{FF2B5EF4-FFF2-40B4-BE49-F238E27FC236}">
                    <a16:creationId xmlns:a16="http://schemas.microsoft.com/office/drawing/2014/main" id="{570F741A-0C10-E36D-9B31-0B06FA35B4AE}"/>
                  </a:ext>
                </a:extLst>
              </p:cNvPr>
              <p:cNvSpPr/>
              <p:nvPr/>
            </p:nvSpPr>
            <p:spPr>
              <a:xfrm>
                <a:off x="3810960" y="369432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0" name="Google Shape;5093;p58">
              <a:extLst>
                <a:ext uri="{FF2B5EF4-FFF2-40B4-BE49-F238E27FC236}">
                  <a16:creationId xmlns:a16="http://schemas.microsoft.com/office/drawing/2014/main" id="{B563486B-FEE6-32F1-DF75-C14AD49E7C9D}"/>
                </a:ext>
              </a:extLst>
            </p:cNvPr>
            <p:cNvGrpSpPr/>
            <p:nvPr/>
          </p:nvGrpSpPr>
          <p:grpSpPr>
            <a:xfrm>
              <a:off x="3486240" y="3693240"/>
              <a:ext cx="117720" cy="293400"/>
              <a:chOff x="3486240" y="3693240"/>
              <a:chExt cx="117720" cy="293400"/>
            </a:xfrm>
          </p:grpSpPr>
          <p:sp>
            <p:nvSpPr>
              <p:cNvPr id="72" name="Google Shape;5094;p58">
                <a:extLst>
                  <a:ext uri="{FF2B5EF4-FFF2-40B4-BE49-F238E27FC236}">
                    <a16:creationId xmlns:a16="http://schemas.microsoft.com/office/drawing/2014/main" id="{1307A374-5A37-B866-0590-72768ABBC90A}"/>
                  </a:ext>
                </a:extLst>
              </p:cNvPr>
              <p:cNvSpPr/>
              <p:nvPr/>
            </p:nvSpPr>
            <p:spPr>
              <a:xfrm>
                <a:off x="3486240" y="374940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" name="Google Shape;5095;p58">
                <a:extLst>
                  <a:ext uri="{FF2B5EF4-FFF2-40B4-BE49-F238E27FC236}">
                    <a16:creationId xmlns:a16="http://schemas.microsoft.com/office/drawing/2014/main" id="{E91233EB-72FB-29EB-F0D1-D0CC65E83FD8}"/>
                  </a:ext>
                </a:extLst>
              </p:cNvPr>
              <p:cNvSpPr/>
              <p:nvPr/>
            </p:nvSpPr>
            <p:spPr>
              <a:xfrm>
                <a:off x="3521520" y="369324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6" name="Google Shape;5080;p58">
            <a:extLst>
              <a:ext uri="{FF2B5EF4-FFF2-40B4-BE49-F238E27FC236}">
                <a16:creationId xmlns:a16="http://schemas.microsoft.com/office/drawing/2014/main" id="{0048AA0A-6E0D-6FE0-8982-8A62BFB29D6D}"/>
              </a:ext>
            </a:extLst>
          </p:cNvPr>
          <p:cNvGrpSpPr>
            <a:grpSpLocks noChangeAspect="1"/>
          </p:cNvGrpSpPr>
          <p:nvPr/>
        </p:nvGrpSpPr>
        <p:grpSpPr>
          <a:xfrm>
            <a:off x="9120720" y="15456968"/>
            <a:ext cx="2939005" cy="660323"/>
            <a:chOff x="4636800" y="3692520"/>
            <a:chExt cx="1304280" cy="293040"/>
          </a:xfrm>
        </p:grpSpPr>
        <p:grpSp>
          <p:nvGrpSpPr>
            <p:cNvPr id="87" name="Google Shape;5081;p58">
              <a:extLst>
                <a:ext uri="{FF2B5EF4-FFF2-40B4-BE49-F238E27FC236}">
                  <a16:creationId xmlns:a16="http://schemas.microsoft.com/office/drawing/2014/main" id="{B16E2EF4-7351-6A62-4BF9-CE1B798A209D}"/>
                </a:ext>
              </a:extLst>
            </p:cNvPr>
            <p:cNvGrpSpPr/>
            <p:nvPr/>
          </p:nvGrpSpPr>
          <p:grpSpPr>
            <a:xfrm>
              <a:off x="4636800" y="3692520"/>
              <a:ext cx="117720" cy="293040"/>
              <a:chOff x="4636800" y="3692520"/>
              <a:chExt cx="117720" cy="293040"/>
            </a:xfrm>
          </p:grpSpPr>
          <p:sp>
            <p:nvSpPr>
              <p:cNvPr id="100" name="Google Shape;5082;p58">
                <a:extLst>
                  <a:ext uri="{FF2B5EF4-FFF2-40B4-BE49-F238E27FC236}">
                    <a16:creationId xmlns:a16="http://schemas.microsoft.com/office/drawing/2014/main" id="{9624768E-BE14-D201-882A-7A2B3EF638F4}"/>
                  </a:ext>
                </a:extLst>
              </p:cNvPr>
              <p:cNvSpPr/>
              <p:nvPr/>
            </p:nvSpPr>
            <p:spPr>
              <a:xfrm>
                <a:off x="4636800" y="374832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" name="Google Shape;5083;p58">
                <a:extLst>
                  <a:ext uri="{FF2B5EF4-FFF2-40B4-BE49-F238E27FC236}">
                    <a16:creationId xmlns:a16="http://schemas.microsoft.com/office/drawing/2014/main" id="{A514061E-C6E6-F145-8B82-FDF942FC08BE}"/>
                  </a:ext>
                </a:extLst>
              </p:cNvPr>
              <p:cNvSpPr/>
              <p:nvPr/>
            </p:nvSpPr>
            <p:spPr>
              <a:xfrm>
                <a:off x="4672080" y="369252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8" name="Google Shape;5084;p58">
              <a:extLst>
                <a:ext uri="{FF2B5EF4-FFF2-40B4-BE49-F238E27FC236}">
                  <a16:creationId xmlns:a16="http://schemas.microsoft.com/office/drawing/2014/main" id="{EA04D613-4561-5671-9228-15B21B586D6F}"/>
                </a:ext>
              </a:extLst>
            </p:cNvPr>
            <p:cNvGrpSpPr/>
            <p:nvPr/>
          </p:nvGrpSpPr>
          <p:grpSpPr>
            <a:xfrm>
              <a:off x="5793840" y="3693240"/>
              <a:ext cx="147240" cy="291240"/>
              <a:chOff x="5793840" y="3693240"/>
              <a:chExt cx="147240" cy="291240"/>
            </a:xfrm>
          </p:grpSpPr>
          <p:sp>
            <p:nvSpPr>
              <p:cNvPr id="98" name="Google Shape;5085;p58">
                <a:extLst>
                  <a:ext uri="{FF2B5EF4-FFF2-40B4-BE49-F238E27FC236}">
                    <a16:creationId xmlns:a16="http://schemas.microsoft.com/office/drawing/2014/main" id="{618EE2FF-1BB3-2DDD-F42F-840F3EDD1CDE}"/>
                  </a:ext>
                </a:extLst>
              </p:cNvPr>
              <p:cNvSpPr/>
              <p:nvPr/>
            </p:nvSpPr>
            <p:spPr>
              <a:xfrm>
                <a:off x="579384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9" name="Google Shape;5086;p58">
                <a:extLst>
                  <a:ext uri="{FF2B5EF4-FFF2-40B4-BE49-F238E27FC236}">
                    <a16:creationId xmlns:a16="http://schemas.microsoft.com/office/drawing/2014/main" id="{3BB7CB54-AA16-872D-9D9C-32595C122D87}"/>
                  </a:ext>
                </a:extLst>
              </p:cNvPr>
              <p:cNvSpPr/>
              <p:nvPr/>
            </p:nvSpPr>
            <p:spPr>
              <a:xfrm>
                <a:off x="584352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9" name="Google Shape;5087;p58">
              <a:extLst>
                <a:ext uri="{FF2B5EF4-FFF2-40B4-BE49-F238E27FC236}">
                  <a16:creationId xmlns:a16="http://schemas.microsoft.com/office/drawing/2014/main" id="{EB73A488-CD73-7942-FDB4-278C606ED8A7}"/>
                </a:ext>
              </a:extLst>
            </p:cNvPr>
            <p:cNvGrpSpPr/>
            <p:nvPr/>
          </p:nvGrpSpPr>
          <p:grpSpPr>
            <a:xfrm>
              <a:off x="5490000" y="3693240"/>
              <a:ext cx="147240" cy="291240"/>
              <a:chOff x="5490000" y="3693240"/>
              <a:chExt cx="147240" cy="291240"/>
            </a:xfrm>
          </p:grpSpPr>
          <p:sp>
            <p:nvSpPr>
              <p:cNvPr id="96" name="Google Shape;5088;p58">
                <a:extLst>
                  <a:ext uri="{FF2B5EF4-FFF2-40B4-BE49-F238E27FC236}">
                    <a16:creationId xmlns:a16="http://schemas.microsoft.com/office/drawing/2014/main" id="{844787E6-14AC-8AD8-CED3-A40D09952B86}"/>
                  </a:ext>
                </a:extLst>
              </p:cNvPr>
              <p:cNvSpPr/>
              <p:nvPr/>
            </p:nvSpPr>
            <p:spPr>
              <a:xfrm>
                <a:off x="549000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" name="Google Shape;5089;p58">
                <a:extLst>
                  <a:ext uri="{FF2B5EF4-FFF2-40B4-BE49-F238E27FC236}">
                    <a16:creationId xmlns:a16="http://schemas.microsoft.com/office/drawing/2014/main" id="{1D76A4FA-B389-FA31-1026-643928A7BDE5}"/>
                  </a:ext>
                </a:extLst>
              </p:cNvPr>
              <p:cNvSpPr/>
              <p:nvPr/>
            </p:nvSpPr>
            <p:spPr>
              <a:xfrm>
                <a:off x="553968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0" name="Google Shape;5090;p58">
              <a:extLst>
                <a:ext uri="{FF2B5EF4-FFF2-40B4-BE49-F238E27FC236}">
                  <a16:creationId xmlns:a16="http://schemas.microsoft.com/office/drawing/2014/main" id="{B75DA346-48C6-CB4B-B063-1E0FECD058FE}"/>
                </a:ext>
              </a:extLst>
            </p:cNvPr>
            <p:cNvGrpSpPr/>
            <p:nvPr/>
          </p:nvGrpSpPr>
          <p:grpSpPr>
            <a:xfrm>
              <a:off x="5186160" y="3693240"/>
              <a:ext cx="147240" cy="291240"/>
              <a:chOff x="5186160" y="3693240"/>
              <a:chExt cx="147240" cy="291240"/>
            </a:xfrm>
          </p:grpSpPr>
          <p:sp>
            <p:nvSpPr>
              <p:cNvPr id="94" name="Google Shape;5091;p58">
                <a:extLst>
                  <a:ext uri="{FF2B5EF4-FFF2-40B4-BE49-F238E27FC236}">
                    <a16:creationId xmlns:a16="http://schemas.microsoft.com/office/drawing/2014/main" id="{61FC4023-C0A7-1C61-AA96-EF260C9D2649}"/>
                  </a:ext>
                </a:extLst>
              </p:cNvPr>
              <p:cNvSpPr/>
              <p:nvPr/>
            </p:nvSpPr>
            <p:spPr>
              <a:xfrm>
                <a:off x="5186160" y="3749040"/>
                <a:ext cx="147240" cy="235440"/>
              </a:xfrm>
              <a:custGeom>
                <a:avLst/>
                <a:gdLst>
                  <a:gd name="textAreaLeft" fmla="*/ 0 w 147240"/>
                  <a:gd name="textAreaRight" fmla="*/ 147960 w 147240"/>
                  <a:gd name="textAreaTop" fmla="*/ 0 h 235440"/>
                  <a:gd name="textAreaBottom" fmla="*/ 236160 h 235440"/>
                </a:gdLst>
                <a:ahLst/>
                <a:cxnLst/>
                <a:rect l="textAreaLeft" t="textAreaTop" r="textAreaRight" b="textAreaBottom"/>
                <a:pathLst>
                  <a:path w="97241" h="155402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5" name="Google Shape;5092;p58">
                <a:extLst>
                  <a:ext uri="{FF2B5EF4-FFF2-40B4-BE49-F238E27FC236}">
                    <a16:creationId xmlns:a16="http://schemas.microsoft.com/office/drawing/2014/main" id="{B016B972-40FE-0C47-4B3D-8EE71C4F5F18}"/>
                  </a:ext>
                </a:extLst>
              </p:cNvPr>
              <p:cNvSpPr/>
              <p:nvPr/>
            </p:nvSpPr>
            <p:spPr>
              <a:xfrm>
                <a:off x="5235840" y="3693240"/>
                <a:ext cx="47520" cy="47160"/>
              </a:xfrm>
              <a:custGeom>
                <a:avLst/>
                <a:gdLst>
                  <a:gd name="textAreaLeft" fmla="*/ 0 w 47520"/>
                  <a:gd name="textAreaRight" fmla="*/ 48240 w 47520"/>
                  <a:gd name="textAreaTop" fmla="*/ 0 h 47160"/>
                  <a:gd name="textAreaBottom" fmla="*/ 47880 h 47160"/>
                </a:gdLst>
                <a:ahLst/>
                <a:cxnLst/>
                <a:rect l="textAreaLeft" t="textAreaTop" r="textAreaRight" b="textAreaBottom"/>
                <a:pathLst>
                  <a:path w="31642" h="3161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1" name="Google Shape;5093;p58">
              <a:extLst>
                <a:ext uri="{FF2B5EF4-FFF2-40B4-BE49-F238E27FC236}">
                  <a16:creationId xmlns:a16="http://schemas.microsoft.com/office/drawing/2014/main" id="{6B08F86C-81EF-2D62-9290-2B0C7952713E}"/>
                </a:ext>
              </a:extLst>
            </p:cNvPr>
            <p:cNvGrpSpPr/>
            <p:nvPr/>
          </p:nvGrpSpPr>
          <p:grpSpPr>
            <a:xfrm>
              <a:off x="4911480" y="3692520"/>
              <a:ext cx="117720" cy="293040"/>
              <a:chOff x="4911480" y="3692520"/>
              <a:chExt cx="117720" cy="293040"/>
            </a:xfrm>
          </p:grpSpPr>
          <p:sp>
            <p:nvSpPr>
              <p:cNvPr id="92" name="Google Shape;5094;p58">
                <a:extLst>
                  <a:ext uri="{FF2B5EF4-FFF2-40B4-BE49-F238E27FC236}">
                    <a16:creationId xmlns:a16="http://schemas.microsoft.com/office/drawing/2014/main" id="{3BAD00E1-3DC1-0E05-C636-F8C62A7A2691}"/>
                  </a:ext>
                </a:extLst>
              </p:cNvPr>
              <p:cNvSpPr/>
              <p:nvPr/>
            </p:nvSpPr>
            <p:spPr>
              <a:xfrm>
                <a:off x="4911480" y="3748320"/>
                <a:ext cx="117720" cy="237240"/>
              </a:xfrm>
              <a:custGeom>
                <a:avLst/>
                <a:gdLst>
                  <a:gd name="textAreaLeft" fmla="*/ 0 w 117720"/>
                  <a:gd name="textAreaRight" fmla="*/ 118440 w 117720"/>
                  <a:gd name="textAreaTop" fmla="*/ 0 h 237240"/>
                  <a:gd name="textAreaBottom" fmla="*/ 237960 h 237240"/>
                </a:gdLst>
                <a:ahLst/>
                <a:cxnLst/>
                <a:rect l="textAreaLeft" t="textAreaTop" r="textAreaRight" b="textAreaBottom"/>
                <a:pathLst>
                  <a:path w="77995" h="156544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1440" rIns="90000" bIns="9144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" name="Google Shape;5095;p58">
                <a:extLst>
                  <a:ext uri="{FF2B5EF4-FFF2-40B4-BE49-F238E27FC236}">
                    <a16:creationId xmlns:a16="http://schemas.microsoft.com/office/drawing/2014/main" id="{D64D96F9-B971-4F8B-EB63-FEAE7EABD3CA}"/>
                  </a:ext>
                </a:extLst>
              </p:cNvPr>
              <p:cNvSpPr/>
              <p:nvPr/>
            </p:nvSpPr>
            <p:spPr>
              <a:xfrm>
                <a:off x="4946760" y="3692520"/>
                <a:ext cx="47880" cy="47520"/>
              </a:xfrm>
              <a:custGeom>
                <a:avLst/>
                <a:gdLst>
                  <a:gd name="textAreaLeft" fmla="*/ 0 w 47880"/>
                  <a:gd name="textAreaRight" fmla="*/ 48600 w 47880"/>
                  <a:gd name="textAreaTop" fmla="*/ 0 h 47520"/>
                  <a:gd name="textAreaBottom" fmla="*/ 48240 h 47520"/>
                </a:gdLst>
                <a:ahLst/>
                <a:cxnLst/>
                <a:rect l="textAreaLeft" t="textAreaTop" r="textAreaRight" b="textAreaBottom"/>
                <a:pathLst>
                  <a:path w="31871" h="31838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FA00371A-E025-6C03-0505-14E28A87A58A}"/>
              </a:ext>
            </a:extLst>
          </p:cNvPr>
          <p:cNvSpPr txBox="1"/>
          <p:nvPr/>
        </p:nvSpPr>
        <p:spPr>
          <a:xfrm>
            <a:off x="-2454812" y="10030525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Laila Khaled</a:t>
            </a:r>
            <a:endParaRPr lang="en-US" dirty="0">
              <a:cs typeface="Arial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FB26848-5972-2BFB-F24C-93E918C608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r="529"/>
          <a:stretch/>
        </p:blipFill>
        <p:spPr>
          <a:xfrm>
            <a:off x="-3200400" y="6863422"/>
            <a:ext cx="2544606" cy="2514008"/>
          </a:xfrm>
          <a:prstGeom prst="flowChartConnector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E78A4014-F101-5648-44FC-03BD4CEC1B96}"/>
              </a:ext>
            </a:extLst>
          </p:cNvPr>
          <p:cNvSpPr txBox="1"/>
          <p:nvPr/>
        </p:nvSpPr>
        <p:spPr>
          <a:xfrm>
            <a:off x="-2759612" y="9693047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Jana </a:t>
            </a:r>
            <a:r>
              <a:rPr lang="en-US" b="1" dirty="0" err="1">
                <a:latin typeface="Times New Roman"/>
                <a:cs typeface="Times New Roman"/>
              </a:rPr>
              <a:t>Elhadidy</a:t>
            </a:r>
            <a:endParaRPr lang="en-US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C1C84470-510A-96BB-A367-CE1907B816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6" t="2627" r="3615" b="3081"/>
          <a:stretch>
            <a:fillRect/>
          </a:stretch>
        </p:blipFill>
        <p:spPr>
          <a:xfrm>
            <a:off x="-4402688" y="2909342"/>
            <a:ext cx="2519188" cy="2451282"/>
          </a:xfrm>
          <a:prstGeom prst="flowChartConnector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7B1DEC83-26D4-1E63-790D-94C5310ACF11}"/>
              </a:ext>
            </a:extLst>
          </p:cNvPr>
          <p:cNvSpPr txBox="1"/>
          <p:nvPr/>
        </p:nvSpPr>
        <p:spPr>
          <a:xfrm>
            <a:off x="-4356336" y="5615115"/>
            <a:ext cx="2089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Amr Maarouf</a:t>
            </a:r>
            <a:endParaRPr lang="en-US" dirty="0">
              <a:cs typeface="Arial"/>
            </a:endParaRPr>
          </a:p>
          <a:p>
            <a:pPr algn="ctr"/>
            <a:endParaRPr lang="en-US" sz="600" dirty="0">
              <a:cs typeface="Arial"/>
            </a:endParaRPr>
          </a:p>
        </p:txBody>
      </p:sp>
      <p:pic>
        <p:nvPicPr>
          <p:cNvPr id="107" name="Picture 106" descr="A person standing on a field&#10;&#10;AI-generated content may be incorrect.">
            <a:extLst>
              <a:ext uri="{FF2B5EF4-FFF2-40B4-BE49-F238E27FC236}">
                <a16:creationId xmlns:a16="http://schemas.microsoft.com/office/drawing/2014/main" id="{E9D4FAF0-B6F1-261B-DAA9-D13FC850C9F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612" t="14955" r="26829" b="43520"/>
          <a:stretch>
            <a:fillRect/>
          </a:stretch>
        </p:blipFill>
        <p:spPr>
          <a:xfrm>
            <a:off x="20127189" y="2786999"/>
            <a:ext cx="2519188" cy="2488029"/>
          </a:xfrm>
          <a:prstGeom prst="flowChartConnector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E4160E11-84A3-FEB1-B29A-75EE273FDD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" b="979"/>
          <a:stretch/>
        </p:blipFill>
        <p:spPr>
          <a:xfrm>
            <a:off x="18630300" y="6626052"/>
            <a:ext cx="2537721" cy="2488029"/>
          </a:xfrm>
          <a:prstGeom prst="flowChartConnector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C7AE2931-01B8-E4E2-D5F0-29CC3D092326}"/>
              </a:ext>
            </a:extLst>
          </p:cNvPr>
          <p:cNvSpPr txBox="1"/>
          <p:nvPr/>
        </p:nvSpPr>
        <p:spPr>
          <a:xfrm>
            <a:off x="20555268" y="5323669"/>
            <a:ext cx="16630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Aya Mohamed</a:t>
            </a:r>
            <a:endParaRPr lang="en-US" dirty="0"/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5609DA1-3325-D737-E8F8-F6CF1ACA773D}"/>
              </a:ext>
            </a:extLst>
          </p:cNvPr>
          <p:cNvSpPr txBox="1"/>
          <p:nvPr/>
        </p:nvSpPr>
        <p:spPr>
          <a:xfrm>
            <a:off x="19067645" y="9341828"/>
            <a:ext cx="2100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Mohamed Elaraby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70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028099" y="1539161"/>
            <a:ext cx="7719139" cy="77191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96960" y="1539161"/>
            <a:ext cx="7719139" cy="771913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6630" y="6009010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5082087" y="6009010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4" name="Freeform 24"/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3620867" y="3714953"/>
            <a:ext cx="11046265" cy="193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38"/>
              </a:lnSpc>
              <a:spcBef>
                <a:spcPct val="0"/>
              </a:spcBef>
            </a:pPr>
            <a:r>
              <a:rPr lang="en-US" sz="11384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PATHSEEKER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58875" y="5474547"/>
            <a:ext cx="8370250" cy="77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sz="4540" b="1" spc="136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PRESENTATION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26692" y="8322945"/>
            <a:ext cx="883461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Prof.Ahmed Magdy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87732" y="98107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26692" y="8322945"/>
            <a:ext cx="883461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Course: ELE 161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A39AD0EF-EEFD-588E-DD1A-6025BBF8840A}"/>
              </a:ext>
            </a:extLst>
          </p:cNvPr>
          <p:cNvSpPr txBox="1"/>
          <p:nvPr/>
        </p:nvSpPr>
        <p:spPr>
          <a:xfrm>
            <a:off x="-4700684" y="2037737"/>
            <a:ext cx="43815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Search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Algorithms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197E8935-AC46-0B81-C883-1F1776BC1552}"/>
              </a:ext>
            </a:extLst>
          </p:cNvPr>
          <p:cNvSpPr txBox="1"/>
          <p:nvPr/>
        </p:nvSpPr>
        <p:spPr>
          <a:xfrm>
            <a:off x="-4700684" y="1026886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</a:t>
            </a: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7259A1BA-20F3-7734-6F77-3E51A1D56BF2}"/>
              </a:ext>
            </a:extLst>
          </p:cNvPr>
          <p:cNvSpPr txBox="1"/>
          <p:nvPr/>
        </p:nvSpPr>
        <p:spPr>
          <a:xfrm>
            <a:off x="18481199" y="8519636"/>
            <a:ext cx="290453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Starting</a:t>
            </a:r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With...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6" name="Table 2">
            <a:extLst>
              <a:ext uri="{FF2B5EF4-FFF2-40B4-BE49-F238E27FC236}">
                <a16:creationId xmlns:a16="http://schemas.microsoft.com/office/drawing/2014/main" id="{90BE2E19-9095-96DB-3BBC-E4155FF1A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394016"/>
              </p:ext>
            </p:extLst>
          </p:nvPr>
        </p:nvGraphicFramePr>
        <p:xfrm>
          <a:off x="4861996" y="12121718"/>
          <a:ext cx="8392201" cy="4426317"/>
        </p:xfrm>
        <a:graphic>
          <a:graphicData uri="http://schemas.openxmlformats.org/drawingml/2006/table">
            <a:tbl>
              <a:tblPr/>
              <a:tblGrid>
                <a:gridCol w="7024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6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Content</a:t>
                      </a:r>
                      <a:endParaRPr lang="en-US" sz="30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3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Page</a:t>
                      </a:r>
                      <a:endParaRPr lang="en-US" sz="30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98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Introduction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3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Define the problem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Solution Requirements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Selection of Solution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Test Plans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49679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Conclusion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578197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Recommendations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93994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References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590264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C23B0F6-7E98-A8ED-E3CF-4222B42A95DE}"/>
              </a:ext>
            </a:extLst>
          </p:cNvPr>
          <p:cNvSpPr txBox="1"/>
          <p:nvPr/>
        </p:nvSpPr>
        <p:spPr>
          <a:xfrm>
            <a:off x="7301829" y="10427399"/>
            <a:ext cx="327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Spline Sans" panose="020B0604020202020204" charset="0"/>
                <a:cs typeface="Spline Sans" panose="020B0604020202020204" charset="0"/>
              </a:rPr>
              <a:t>Table of Content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4">
            <a:extLst>
              <a:ext uri="{FF2B5EF4-FFF2-40B4-BE49-F238E27FC236}">
                <a16:creationId xmlns:a16="http://schemas.microsoft.com/office/drawing/2014/main" id="{1DD767BA-99A5-C232-5136-9BBCBB1DA06B}"/>
              </a:ext>
            </a:extLst>
          </p:cNvPr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25">
            <a:extLst>
              <a:ext uri="{FF2B5EF4-FFF2-40B4-BE49-F238E27FC236}">
                <a16:creationId xmlns:a16="http://schemas.microsoft.com/office/drawing/2014/main" id="{806787A5-330F-A657-702C-10972EAADAC6}"/>
              </a:ext>
            </a:extLst>
          </p:cNvPr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C78EEAFF-F468-E96D-E7FB-CB6845194F6B}"/>
              </a:ext>
            </a:extLst>
          </p:cNvPr>
          <p:cNvSpPr txBox="1"/>
          <p:nvPr/>
        </p:nvSpPr>
        <p:spPr>
          <a:xfrm>
            <a:off x="7387732" y="98107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88CB0E6A-9824-0411-1E3B-C5C5345EDE7F}"/>
              </a:ext>
            </a:extLst>
          </p:cNvPr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id="{0B15E84C-0E5B-7866-5D13-F3503BA27FC7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8D5679E-ECE1-537E-EC58-676472EADD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3">
                <a:extLst>
                  <a:ext uri="{FF2B5EF4-FFF2-40B4-BE49-F238E27FC236}">
                    <a16:creationId xmlns:a16="http://schemas.microsoft.com/office/drawing/2014/main" id="{26FCCF7E-7AD4-2FDF-9527-3B956A47F71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14">
              <a:extLst>
                <a:ext uri="{FF2B5EF4-FFF2-40B4-BE49-F238E27FC236}">
                  <a16:creationId xmlns:a16="http://schemas.microsoft.com/office/drawing/2014/main" id="{6D9F6ED0-FBA5-91BD-5353-304A462B9F4C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8" name="Freeform 15">
                <a:extLst>
                  <a:ext uri="{FF2B5EF4-FFF2-40B4-BE49-F238E27FC236}">
                    <a16:creationId xmlns:a16="http://schemas.microsoft.com/office/drawing/2014/main" id="{AE5F1846-F660-BEF9-EE23-D48878B485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16">
                <a:extLst>
                  <a:ext uri="{FF2B5EF4-FFF2-40B4-BE49-F238E27FC236}">
                    <a16:creationId xmlns:a16="http://schemas.microsoft.com/office/drawing/2014/main" id="{7B2594D7-7160-423B-D352-38C1CA70A96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7">
            <a:extLst>
              <a:ext uri="{FF2B5EF4-FFF2-40B4-BE49-F238E27FC236}">
                <a16:creationId xmlns:a16="http://schemas.microsoft.com/office/drawing/2014/main" id="{111BD9D9-9E16-50EC-DA6C-89E81074483B}"/>
              </a:ext>
            </a:extLst>
          </p:cNvPr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1BEFC943-9034-4EB7-8A89-351B80200DFE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86CE628E-4DFB-97E7-D2C4-FED1F2BF6EB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20">
                <a:extLst>
                  <a:ext uri="{FF2B5EF4-FFF2-40B4-BE49-F238E27FC236}">
                    <a16:creationId xmlns:a16="http://schemas.microsoft.com/office/drawing/2014/main" id="{31FF0A06-87FC-EB20-1CA6-A64AFEE870D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21">
              <a:extLst>
                <a:ext uri="{FF2B5EF4-FFF2-40B4-BE49-F238E27FC236}">
                  <a16:creationId xmlns:a16="http://schemas.microsoft.com/office/drawing/2014/main" id="{DA5F997B-97AB-D278-8605-75D010E50868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5" name="Freeform 22">
                <a:extLst>
                  <a:ext uri="{FF2B5EF4-FFF2-40B4-BE49-F238E27FC236}">
                    <a16:creationId xmlns:a16="http://schemas.microsoft.com/office/drawing/2014/main" id="{1D3F4035-D4BF-7A9E-515C-76B3018FFA9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23">
                <a:extLst>
                  <a:ext uri="{FF2B5EF4-FFF2-40B4-BE49-F238E27FC236}">
                    <a16:creationId xmlns:a16="http://schemas.microsoft.com/office/drawing/2014/main" id="{22A2E263-856E-82EF-7499-291B9689037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9" name="TextBox 3">
            <a:extLst>
              <a:ext uri="{FF2B5EF4-FFF2-40B4-BE49-F238E27FC236}">
                <a16:creationId xmlns:a16="http://schemas.microsoft.com/office/drawing/2014/main" id="{1AED221A-AAD5-61DA-FBCF-819F14A3AF8F}"/>
              </a:ext>
            </a:extLst>
          </p:cNvPr>
          <p:cNvSpPr txBox="1"/>
          <p:nvPr/>
        </p:nvSpPr>
        <p:spPr>
          <a:xfrm>
            <a:off x="8079237" y="992124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aphicFrame>
        <p:nvGraphicFramePr>
          <p:cNvPr id="20" name="Table 2">
            <a:extLst>
              <a:ext uri="{FF2B5EF4-FFF2-40B4-BE49-F238E27FC236}">
                <a16:creationId xmlns:a16="http://schemas.microsoft.com/office/drawing/2014/main" id="{9E1B3F93-0C16-8359-9F15-9FE3E6B9C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415199"/>
              </p:ext>
            </p:extLst>
          </p:nvPr>
        </p:nvGraphicFramePr>
        <p:xfrm>
          <a:off x="4947899" y="4000500"/>
          <a:ext cx="8392201" cy="4426317"/>
        </p:xfrm>
        <a:graphic>
          <a:graphicData uri="http://schemas.openxmlformats.org/drawingml/2006/table">
            <a:tbl>
              <a:tblPr/>
              <a:tblGrid>
                <a:gridCol w="7024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6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Content</a:t>
                      </a:r>
                      <a:endParaRPr lang="en-US" sz="30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3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Page</a:t>
                      </a:r>
                      <a:endParaRPr lang="en-US" sz="30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98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Introduction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3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Define the problem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Solution Requirements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Selection of Solution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Test Plans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49679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Conclusion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578197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Recommendations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93994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References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59026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3EE1CC3-8AC3-6AD4-86DF-198CE4CF77D7}"/>
              </a:ext>
            </a:extLst>
          </p:cNvPr>
          <p:cNvSpPr txBox="1"/>
          <p:nvPr/>
        </p:nvSpPr>
        <p:spPr>
          <a:xfrm>
            <a:off x="7543800" y="2306181"/>
            <a:ext cx="327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Spline Sans" panose="020B0604020202020204" charset="0"/>
                <a:cs typeface="Spline Sans" panose="020B0604020202020204" charset="0"/>
              </a:rPr>
              <a:t>Table of Content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4C5EC4C1-E224-08C0-EC3A-8DCA12775ECD}"/>
              </a:ext>
            </a:extLst>
          </p:cNvPr>
          <p:cNvGrpSpPr/>
          <p:nvPr/>
        </p:nvGrpSpPr>
        <p:grpSpPr>
          <a:xfrm>
            <a:off x="-11056903" y="1283930"/>
            <a:ext cx="7719139" cy="7719139"/>
            <a:chOff x="0" y="0"/>
            <a:chExt cx="812800" cy="8128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97BF62EC-2849-3419-2EE3-7677B448BE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FDE33494-CFC8-061F-B755-8AA2432587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5" name="Freeform 8">
            <a:extLst>
              <a:ext uri="{FF2B5EF4-FFF2-40B4-BE49-F238E27FC236}">
                <a16:creationId xmlns:a16="http://schemas.microsoft.com/office/drawing/2014/main" id="{7F94A6A3-4369-2D16-CD53-377A466B550F}"/>
              </a:ext>
            </a:extLst>
          </p:cNvPr>
          <p:cNvSpPr/>
          <p:nvPr/>
        </p:nvSpPr>
        <p:spPr>
          <a:xfrm>
            <a:off x="-5292174" y="5753779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8DF9A56-E82A-AFF6-6539-412E4E53D219}"/>
              </a:ext>
            </a:extLst>
          </p:cNvPr>
          <p:cNvSpPr txBox="1"/>
          <p:nvPr/>
        </p:nvSpPr>
        <p:spPr>
          <a:xfrm>
            <a:off x="-10729488" y="1782506"/>
            <a:ext cx="43815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Search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Algorithms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7" name="Group 5">
            <a:extLst>
              <a:ext uri="{FF2B5EF4-FFF2-40B4-BE49-F238E27FC236}">
                <a16:creationId xmlns:a16="http://schemas.microsoft.com/office/drawing/2014/main" id="{EC777CE0-21B7-D4B0-CD73-65CBA8E7625F}"/>
              </a:ext>
            </a:extLst>
          </p:cNvPr>
          <p:cNvGrpSpPr/>
          <p:nvPr/>
        </p:nvGrpSpPr>
        <p:grpSpPr>
          <a:xfrm>
            <a:off x="22050852" y="1323385"/>
            <a:ext cx="7719139" cy="7719139"/>
            <a:chOff x="0" y="0"/>
            <a:chExt cx="812800" cy="812800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1090BC4-AC16-C206-3FCB-10A31C452B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22F3FC15-216A-7518-E76D-ACECE33016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0" name="Freeform 9">
            <a:extLst>
              <a:ext uri="{FF2B5EF4-FFF2-40B4-BE49-F238E27FC236}">
                <a16:creationId xmlns:a16="http://schemas.microsoft.com/office/drawing/2014/main" id="{B1675E65-6435-2D19-87EC-A81449747773}"/>
              </a:ext>
            </a:extLst>
          </p:cNvPr>
          <p:cNvSpPr/>
          <p:nvPr/>
        </p:nvSpPr>
        <p:spPr>
          <a:xfrm flipH="1">
            <a:off x="21535979" y="5793234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BB936B1E-E9B5-6D5D-3DF9-E645706F3CDB}"/>
              </a:ext>
            </a:extLst>
          </p:cNvPr>
          <p:cNvSpPr txBox="1"/>
          <p:nvPr/>
        </p:nvSpPr>
        <p:spPr>
          <a:xfrm>
            <a:off x="24935091" y="8303860"/>
            <a:ext cx="290453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Starting</a:t>
            </a:r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With...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BFB80B-E2AE-3191-AC54-CC72A15DBBBD}"/>
              </a:ext>
            </a:extLst>
          </p:cNvPr>
          <p:cNvCxnSpPr>
            <a:cxnSpLocks/>
          </p:cNvCxnSpPr>
          <p:nvPr/>
        </p:nvCxnSpPr>
        <p:spPr>
          <a:xfrm>
            <a:off x="4194737" y="-1603128"/>
            <a:ext cx="30732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1166AC7-4C0C-866F-42B7-55160EC71C4F}"/>
              </a:ext>
            </a:extLst>
          </p:cNvPr>
          <p:cNvSpPr txBox="1"/>
          <p:nvPr/>
        </p:nvSpPr>
        <p:spPr>
          <a:xfrm>
            <a:off x="3684813" y="-3619500"/>
            <a:ext cx="10918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E D P  T I M E L I N 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27EE8A-2E3A-3D2B-E63A-65A1618154F8}"/>
              </a:ext>
            </a:extLst>
          </p:cNvPr>
          <p:cNvGrpSpPr/>
          <p:nvPr/>
        </p:nvGrpSpPr>
        <p:grpSpPr>
          <a:xfrm>
            <a:off x="8068133" y="-2498737"/>
            <a:ext cx="2151734" cy="285750"/>
            <a:chOff x="4679586" y="878988"/>
            <a:chExt cx="1434489" cy="1905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A785114-41D9-2D8B-FF54-DEC0FC9EDB39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E3A1364-5FF1-93DE-13F0-EDB5B7C63245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0F14162-918B-EDD6-CC18-C252DCBEA62F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D891B8F-261F-DA10-0E87-40AA48A03A3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9FC86C3-F041-E262-27D5-C3EB060462AE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48" name="TextBox 7">
            <a:extLst>
              <a:ext uri="{FF2B5EF4-FFF2-40B4-BE49-F238E27FC236}">
                <a16:creationId xmlns:a16="http://schemas.microsoft.com/office/drawing/2014/main" id="{5D482A1A-C1CC-17EE-E4CC-3F2BB7628474}"/>
              </a:ext>
            </a:extLst>
          </p:cNvPr>
          <p:cNvSpPr txBox="1"/>
          <p:nvPr/>
        </p:nvSpPr>
        <p:spPr>
          <a:xfrm>
            <a:off x="-3662709" y="1013257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26164267-EBF7-67D8-9A01-817FC9CD6111}"/>
              </a:ext>
            </a:extLst>
          </p:cNvPr>
          <p:cNvSpPr txBox="1"/>
          <p:nvPr/>
        </p:nvSpPr>
        <p:spPr>
          <a:xfrm>
            <a:off x="19641015" y="809393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</p:spTree>
    <p:extLst>
      <p:ext uri="{BB962C8B-B14F-4D97-AF65-F5344CB8AC3E}">
        <p14:creationId xmlns:p14="http://schemas.microsoft.com/office/powerpoint/2010/main" val="2823499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72CB9A-11DA-403F-8A2C-8ACABB9E55E3}"/>
              </a:ext>
            </a:extLst>
          </p:cNvPr>
          <p:cNvCxnSpPr/>
          <p:nvPr/>
        </p:nvCxnSpPr>
        <p:spPr>
          <a:xfrm>
            <a:off x="9262632" y="5992979"/>
            <a:ext cx="337930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7E87360-F24A-47BA-928F-2F0179FA8620}"/>
              </a:ext>
            </a:extLst>
          </p:cNvPr>
          <p:cNvCxnSpPr/>
          <p:nvPr/>
        </p:nvCxnSpPr>
        <p:spPr>
          <a:xfrm>
            <a:off x="12619523" y="5992979"/>
            <a:ext cx="337930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346D99-21A2-4F27-AB30-6BF25A60C3AC}"/>
              </a:ext>
            </a:extLst>
          </p:cNvPr>
          <p:cNvCxnSpPr>
            <a:cxnSpLocks/>
          </p:cNvCxnSpPr>
          <p:nvPr/>
        </p:nvCxnSpPr>
        <p:spPr>
          <a:xfrm>
            <a:off x="15998828" y="5992979"/>
            <a:ext cx="230777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2DD698-41EA-44B3-A338-53428D7D5050}"/>
              </a:ext>
            </a:extLst>
          </p:cNvPr>
          <p:cNvCxnSpPr/>
          <p:nvPr/>
        </p:nvCxnSpPr>
        <p:spPr>
          <a:xfrm>
            <a:off x="5867009" y="5992979"/>
            <a:ext cx="337930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41C71E-E08E-4C35-AF33-12A46FFB4E28}"/>
              </a:ext>
            </a:extLst>
          </p:cNvPr>
          <p:cNvCxnSpPr/>
          <p:nvPr/>
        </p:nvCxnSpPr>
        <p:spPr>
          <a:xfrm>
            <a:off x="2486859" y="5992979"/>
            <a:ext cx="337930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AF54DAFC-72BF-4C18-B451-30110FC8EBCC}"/>
              </a:ext>
            </a:extLst>
          </p:cNvPr>
          <p:cNvSpPr/>
          <p:nvPr/>
        </p:nvSpPr>
        <p:spPr>
          <a:xfrm>
            <a:off x="1725896" y="5303607"/>
            <a:ext cx="1378743" cy="1378743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B54977-33F8-4105-824C-3D0C493D5B00}"/>
              </a:ext>
            </a:extLst>
          </p:cNvPr>
          <p:cNvCxnSpPr>
            <a:cxnSpLocks/>
          </p:cNvCxnSpPr>
          <p:nvPr/>
        </p:nvCxnSpPr>
        <p:spPr>
          <a:xfrm>
            <a:off x="0" y="5992979"/>
            <a:ext cx="230777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ADB8234-7655-4312-99D5-ACC91B4B894B}"/>
              </a:ext>
            </a:extLst>
          </p:cNvPr>
          <p:cNvSpPr/>
          <p:nvPr/>
        </p:nvSpPr>
        <p:spPr>
          <a:xfrm>
            <a:off x="2272392" y="5850104"/>
            <a:ext cx="285750" cy="285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868629C6-9D56-44C4-A90C-D16F2E7AA94B}"/>
              </a:ext>
            </a:extLst>
          </p:cNvPr>
          <p:cNvSpPr/>
          <p:nvPr/>
        </p:nvSpPr>
        <p:spPr>
          <a:xfrm>
            <a:off x="2093798" y="5671509"/>
            <a:ext cx="642939" cy="642939"/>
          </a:xfrm>
          <a:prstGeom prst="donut">
            <a:avLst>
              <a:gd name="adj" fmla="val 52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1E0E5245-3E9D-45CB-A2A2-78E37536928E}"/>
              </a:ext>
            </a:extLst>
          </p:cNvPr>
          <p:cNvSpPr/>
          <p:nvPr/>
        </p:nvSpPr>
        <p:spPr>
          <a:xfrm>
            <a:off x="1894490" y="5472201"/>
            <a:ext cx="1041555" cy="1041555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8353AA-1A28-4FAD-AF44-130B899BAAE4}"/>
              </a:ext>
            </a:extLst>
          </p:cNvPr>
          <p:cNvCxnSpPr>
            <a:cxnSpLocks/>
          </p:cNvCxnSpPr>
          <p:nvPr/>
        </p:nvCxnSpPr>
        <p:spPr>
          <a:xfrm flipV="1">
            <a:off x="2415269" y="6513758"/>
            <a:ext cx="0" cy="1550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6B49B4F-63E8-4430-9059-553CBCA3AB43}"/>
              </a:ext>
            </a:extLst>
          </p:cNvPr>
          <p:cNvSpPr/>
          <p:nvPr/>
        </p:nvSpPr>
        <p:spPr>
          <a:xfrm>
            <a:off x="2322087" y="8026139"/>
            <a:ext cx="186360" cy="1863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3F98E-5FFF-4701-A99F-87B202C66033}"/>
              </a:ext>
            </a:extLst>
          </p:cNvPr>
          <p:cNvSpPr txBox="1"/>
          <p:nvPr/>
        </p:nvSpPr>
        <p:spPr>
          <a:xfrm>
            <a:off x="821860" y="8404478"/>
            <a:ext cx="48015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Define the problem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54B9C7B-4DA7-40E1-B723-68758EB971FE}"/>
              </a:ext>
            </a:extLst>
          </p:cNvPr>
          <p:cNvSpPr/>
          <p:nvPr/>
        </p:nvSpPr>
        <p:spPr>
          <a:xfrm rot="5400000">
            <a:off x="5083613" y="5303607"/>
            <a:ext cx="1378743" cy="1378743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37A3CB3-AA60-41C6-B92B-B84EC0A87E61}"/>
              </a:ext>
            </a:extLst>
          </p:cNvPr>
          <p:cNvSpPr/>
          <p:nvPr/>
        </p:nvSpPr>
        <p:spPr>
          <a:xfrm>
            <a:off x="5630109" y="5850104"/>
            <a:ext cx="285750" cy="285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1" name="Circle: Hollow 20">
            <a:extLst>
              <a:ext uri="{FF2B5EF4-FFF2-40B4-BE49-F238E27FC236}">
                <a16:creationId xmlns:a16="http://schemas.microsoft.com/office/drawing/2014/main" id="{5AB77009-91CD-4089-A339-205E1FD860BA}"/>
              </a:ext>
            </a:extLst>
          </p:cNvPr>
          <p:cNvSpPr/>
          <p:nvPr/>
        </p:nvSpPr>
        <p:spPr>
          <a:xfrm>
            <a:off x="5451515" y="5671509"/>
            <a:ext cx="642939" cy="642939"/>
          </a:xfrm>
          <a:prstGeom prst="donut">
            <a:avLst>
              <a:gd name="adj" fmla="val 52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EB4F978A-6973-4038-9D44-C992F6903D28}"/>
              </a:ext>
            </a:extLst>
          </p:cNvPr>
          <p:cNvSpPr/>
          <p:nvPr/>
        </p:nvSpPr>
        <p:spPr>
          <a:xfrm>
            <a:off x="5252207" y="5472201"/>
            <a:ext cx="1041555" cy="1041555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82AF7D-7FF0-494C-891D-C601C69FAD64}"/>
              </a:ext>
            </a:extLst>
          </p:cNvPr>
          <p:cNvCxnSpPr>
            <a:cxnSpLocks/>
          </p:cNvCxnSpPr>
          <p:nvPr/>
        </p:nvCxnSpPr>
        <p:spPr>
          <a:xfrm flipV="1">
            <a:off x="5772986" y="3922121"/>
            <a:ext cx="0" cy="1550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26033AC-E99E-4309-BD9B-47A98BA0DEA7}"/>
              </a:ext>
            </a:extLst>
          </p:cNvPr>
          <p:cNvSpPr/>
          <p:nvPr/>
        </p:nvSpPr>
        <p:spPr>
          <a:xfrm>
            <a:off x="5679804" y="3852587"/>
            <a:ext cx="186360" cy="1863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EA27D8-0CF3-496D-AD7D-2076231DE52C}"/>
              </a:ext>
            </a:extLst>
          </p:cNvPr>
          <p:cNvSpPr txBox="1"/>
          <p:nvPr/>
        </p:nvSpPr>
        <p:spPr>
          <a:xfrm>
            <a:off x="4050784" y="2252089"/>
            <a:ext cx="48015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Solution Requirements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2636062-43D3-463C-B6BD-741D547DE965}"/>
              </a:ext>
            </a:extLst>
          </p:cNvPr>
          <p:cNvSpPr/>
          <p:nvPr/>
        </p:nvSpPr>
        <p:spPr>
          <a:xfrm>
            <a:off x="8463762" y="5303607"/>
            <a:ext cx="1378743" cy="1378743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DCB9A2B-6699-4804-99AE-7A924FDA4340}"/>
              </a:ext>
            </a:extLst>
          </p:cNvPr>
          <p:cNvSpPr/>
          <p:nvPr/>
        </p:nvSpPr>
        <p:spPr>
          <a:xfrm>
            <a:off x="9010259" y="5850104"/>
            <a:ext cx="285750" cy="285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0" name="Circle: Hollow 29">
            <a:extLst>
              <a:ext uri="{FF2B5EF4-FFF2-40B4-BE49-F238E27FC236}">
                <a16:creationId xmlns:a16="http://schemas.microsoft.com/office/drawing/2014/main" id="{3A6CDF07-EF0B-4379-8FBF-3718BD896047}"/>
              </a:ext>
            </a:extLst>
          </p:cNvPr>
          <p:cNvSpPr/>
          <p:nvPr/>
        </p:nvSpPr>
        <p:spPr>
          <a:xfrm>
            <a:off x="8831664" y="5671509"/>
            <a:ext cx="642939" cy="642939"/>
          </a:xfrm>
          <a:prstGeom prst="donut">
            <a:avLst>
              <a:gd name="adj" fmla="val 52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31" name="Circle: Hollow 30">
            <a:extLst>
              <a:ext uri="{FF2B5EF4-FFF2-40B4-BE49-F238E27FC236}">
                <a16:creationId xmlns:a16="http://schemas.microsoft.com/office/drawing/2014/main" id="{FB3E2DCF-4068-4715-BD27-13370B541EAC}"/>
              </a:ext>
            </a:extLst>
          </p:cNvPr>
          <p:cNvSpPr/>
          <p:nvPr/>
        </p:nvSpPr>
        <p:spPr>
          <a:xfrm>
            <a:off x="8632356" y="5472201"/>
            <a:ext cx="1041555" cy="1041555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49CDC4-E9AD-4789-BEA6-BFF07A73111B}"/>
              </a:ext>
            </a:extLst>
          </p:cNvPr>
          <p:cNvCxnSpPr>
            <a:cxnSpLocks/>
          </p:cNvCxnSpPr>
          <p:nvPr/>
        </p:nvCxnSpPr>
        <p:spPr>
          <a:xfrm flipV="1">
            <a:off x="9153135" y="6513758"/>
            <a:ext cx="0" cy="1550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DD4A8794-EADF-4527-95C6-C9D6781E9C8E}"/>
              </a:ext>
            </a:extLst>
          </p:cNvPr>
          <p:cNvSpPr/>
          <p:nvPr/>
        </p:nvSpPr>
        <p:spPr>
          <a:xfrm>
            <a:off x="9059954" y="8026139"/>
            <a:ext cx="186360" cy="1863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5C5A36-EC92-462F-BB70-6A797D63B1DD}"/>
              </a:ext>
            </a:extLst>
          </p:cNvPr>
          <p:cNvSpPr txBox="1"/>
          <p:nvPr/>
        </p:nvSpPr>
        <p:spPr>
          <a:xfrm>
            <a:off x="7559726" y="8404478"/>
            <a:ext cx="48015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Selection of Solution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E3730103-7F8D-4792-83EE-5FFC4A5D2274}"/>
              </a:ext>
            </a:extLst>
          </p:cNvPr>
          <p:cNvSpPr/>
          <p:nvPr/>
        </p:nvSpPr>
        <p:spPr>
          <a:xfrm rot="5400000">
            <a:off x="11859386" y="5303607"/>
            <a:ext cx="1378743" cy="1378743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6694F26-80D5-467D-94C4-C9C860517F5F}"/>
              </a:ext>
            </a:extLst>
          </p:cNvPr>
          <p:cNvSpPr/>
          <p:nvPr/>
        </p:nvSpPr>
        <p:spPr>
          <a:xfrm>
            <a:off x="12405882" y="5850104"/>
            <a:ext cx="285750" cy="285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7" name="Circle: Hollow 46">
            <a:extLst>
              <a:ext uri="{FF2B5EF4-FFF2-40B4-BE49-F238E27FC236}">
                <a16:creationId xmlns:a16="http://schemas.microsoft.com/office/drawing/2014/main" id="{B0789B4A-0620-4211-9109-6DBE9A07FE51}"/>
              </a:ext>
            </a:extLst>
          </p:cNvPr>
          <p:cNvSpPr/>
          <p:nvPr/>
        </p:nvSpPr>
        <p:spPr>
          <a:xfrm>
            <a:off x="12227288" y="5671509"/>
            <a:ext cx="642939" cy="642939"/>
          </a:xfrm>
          <a:prstGeom prst="donut">
            <a:avLst>
              <a:gd name="adj" fmla="val 52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48" name="Circle: Hollow 47">
            <a:extLst>
              <a:ext uri="{FF2B5EF4-FFF2-40B4-BE49-F238E27FC236}">
                <a16:creationId xmlns:a16="http://schemas.microsoft.com/office/drawing/2014/main" id="{9C63B36C-028C-4461-9179-02E81EA9B830}"/>
              </a:ext>
            </a:extLst>
          </p:cNvPr>
          <p:cNvSpPr/>
          <p:nvPr/>
        </p:nvSpPr>
        <p:spPr>
          <a:xfrm>
            <a:off x="12027980" y="5472201"/>
            <a:ext cx="1041555" cy="1041555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5E6C7CE-0DCB-4A82-B08E-519AC3270B85}"/>
              </a:ext>
            </a:extLst>
          </p:cNvPr>
          <p:cNvCxnSpPr>
            <a:cxnSpLocks/>
          </p:cNvCxnSpPr>
          <p:nvPr/>
        </p:nvCxnSpPr>
        <p:spPr>
          <a:xfrm flipV="1">
            <a:off x="12548759" y="3922121"/>
            <a:ext cx="0" cy="1550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CFE38F3-7830-46D8-95EE-69DB62ED465D}"/>
              </a:ext>
            </a:extLst>
          </p:cNvPr>
          <p:cNvSpPr/>
          <p:nvPr/>
        </p:nvSpPr>
        <p:spPr>
          <a:xfrm>
            <a:off x="12455577" y="3852587"/>
            <a:ext cx="186360" cy="1863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337E62-7F21-4CD3-9B0D-507A64DF7728}"/>
              </a:ext>
            </a:extLst>
          </p:cNvPr>
          <p:cNvSpPr txBox="1"/>
          <p:nvPr/>
        </p:nvSpPr>
        <p:spPr>
          <a:xfrm>
            <a:off x="10826557" y="2889163"/>
            <a:ext cx="480156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Test Plan</a:t>
            </a: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FC85B459-7BA2-4C61-9178-E1CE5EFAEC56}"/>
              </a:ext>
            </a:extLst>
          </p:cNvPr>
          <p:cNvSpPr/>
          <p:nvPr/>
        </p:nvSpPr>
        <p:spPr>
          <a:xfrm>
            <a:off x="15216276" y="5303607"/>
            <a:ext cx="1378743" cy="1378743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A6EEA54-5314-432F-B5DF-B223248AB8AA}"/>
              </a:ext>
            </a:extLst>
          </p:cNvPr>
          <p:cNvSpPr/>
          <p:nvPr/>
        </p:nvSpPr>
        <p:spPr>
          <a:xfrm>
            <a:off x="15762773" y="5850104"/>
            <a:ext cx="285750" cy="2857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6" name="Circle: Hollow 55">
            <a:extLst>
              <a:ext uri="{FF2B5EF4-FFF2-40B4-BE49-F238E27FC236}">
                <a16:creationId xmlns:a16="http://schemas.microsoft.com/office/drawing/2014/main" id="{0C983C23-7914-456E-AA37-90FEEBD851C0}"/>
              </a:ext>
            </a:extLst>
          </p:cNvPr>
          <p:cNvSpPr/>
          <p:nvPr/>
        </p:nvSpPr>
        <p:spPr>
          <a:xfrm>
            <a:off x="15584178" y="5671509"/>
            <a:ext cx="642939" cy="642939"/>
          </a:xfrm>
          <a:prstGeom prst="donut">
            <a:avLst>
              <a:gd name="adj" fmla="val 52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57" name="Circle: Hollow 56">
            <a:extLst>
              <a:ext uri="{FF2B5EF4-FFF2-40B4-BE49-F238E27FC236}">
                <a16:creationId xmlns:a16="http://schemas.microsoft.com/office/drawing/2014/main" id="{CD810234-B3DF-4AE8-B7F5-9B91C3FEE8A3}"/>
              </a:ext>
            </a:extLst>
          </p:cNvPr>
          <p:cNvSpPr/>
          <p:nvPr/>
        </p:nvSpPr>
        <p:spPr>
          <a:xfrm>
            <a:off x="15384870" y="5472201"/>
            <a:ext cx="1041555" cy="1041555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61A79A1-830D-43A5-991E-41089FE309F5}"/>
              </a:ext>
            </a:extLst>
          </p:cNvPr>
          <p:cNvCxnSpPr>
            <a:cxnSpLocks/>
          </p:cNvCxnSpPr>
          <p:nvPr/>
        </p:nvCxnSpPr>
        <p:spPr>
          <a:xfrm flipV="1">
            <a:off x="15905649" y="6513758"/>
            <a:ext cx="0" cy="1550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1D217BA-6735-41FC-ADDE-ADA84BF5E891}"/>
              </a:ext>
            </a:extLst>
          </p:cNvPr>
          <p:cNvSpPr/>
          <p:nvPr/>
        </p:nvSpPr>
        <p:spPr>
          <a:xfrm>
            <a:off x="15812468" y="8026139"/>
            <a:ext cx="186360" cy="1863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10CEB2-4E11-44C6-A201-5DCB3EA9A265}"/>
              </a:ext>
            </a:extLst>
          </p:cNvPr>
          <p:cNvSpPr txBox="1"/>
          <p:nvPr/>
        </p:nvSpPr>
        <p:spPr>
          <a:xfrm>
            <a:off x="12870227" y="8404478"/>
            <a:ext cx="5702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Conclusion &amp; Recommendations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CE23E97-80CA-4DCE-905B-0371552128FB}"/>
              </a:ext>
            </a:extLst>
          </p:cNvPr>
          <p:cNvCxnSpPr>
            <a:cxnSpLocks/>
          </p:cNvCxnSpPr>
          <p:nvPr/>
        </p:nvCxnSpPr>
        <p:spPr>
          <a:xfrm>
            <a:off x="878620" y="9974138"/>
            <a:ext cx="30732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6AF9195-D1C7-4EAB-9766-CBBD5AC04E3E}"/>
              </a:ext>
            </a:extLst>
          </p:cNvPr>
          <p:cNvCxnSpPr>
            <a:cxnSpLocks/>
          </p:cNvCxnSpPr>
          <p:nvPr/>
        </p:nvCxnSpPr>
        <p:spPr>
          <a:xfrm>
            <a:off x="7709665" y="9974138"/>
            <a:ext cx="30732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7FD0854-B613-4503-8F9F-7EBA21977DB6}"/>
              </a:ext>
            </a:extLst>
          </p:cNvPr>
          <p:cNvCxnSpPr>
            <a:cxnSpLocks/>
          </p:cNvCxnSpPr>
          <p:nvPr/>
        </p:nvCxnSpPr>
        <p:spPr>
          <a:xfrm>
            <a:off x="12975225" y="9966076"/>
            <a:ext cx="4779375" cy="8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67D5D77-7183-46A2-913A-91854EB46B5B}"/>
              </a:ext>
            </a:extLst>
          </p:cNvPr>
          <p:cNvCxnSpPr>
            <a:cxnSpLocks/>
          </p:cNvCxnSpPr>
          <p:nvPr/>
        </p:nvCxnSpPr>
        <p:spPr>
          <a:xfrm>
            <a:off x="4194739" y="2214091"/>
            <a:ext cx="30732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FE4C8AC-856E-47A1-86C3-D3143F6DF56B}"/>
              </a:ext>
            </a:extLst>
          </p:cNvPr>
          <p:cNvCxnSpPr>
            <a:cxnSpLocks/>
          </p:cNvCxnSpPr>
          <p:nvPr/>
        </p:nvCxnSpPr>
        <p:spPr>
          <a:xfrm>
            <a:off x="10869233" y="2822731"/>
            <a:ext cx="30732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C17817C-AF36-4468-94FC-44DCFF825290}"/>
              </a:ext>
            </a:extLst>
          </p:cNvPr>
          <p:cNvSpPr txBox="1"/>
          <p:nvPr/>
        </p:nvSpPr>
        <p:spPr>
          <a:xfrm>
            <a:off x="3684815" y="197719"/>
            <a:ext cx="10918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rPr>
              <a:t>E D P  T I M E L I N 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347FCAE-CD51-47C1-A0E5-7FE287A79E42}"/>
              </a:ext>
            </a:extLst>
          </p:cNvPr>
          <p:cNvGrpSpPr/>
          <p:nvPr/>
        </p:nvGrpSpPr>
        <p:grpSpPr>
          <a:xfrm>
            <a:off x="8068135" y="1318482"/>
            <a:ext cx="2151734" cy="285750"/>
            <a:chOff x="4679586" y="878988"/>
            <a:chExt cx="1434489" cy="1905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57F6F33-D335-4F37-A9F5-23DE49CB0B4A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D3A95DB-0E0C-40A8-88F7-9DAC67B156F6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D1EA8C3-D35D-4FB7-8D6B-858B4EE08256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D4B96A9-29AD-4507-B1E8-D12C03BAD2C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0AFA104-D1BD-427D-90C1-6CE47F2C7A56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5" name="TextBox 13">
            <a:extLst>
              <a:ext uri="{FF2B5EF4-FFF2-40B4-BE49-F238E27FC236}">
                <a16:creationId xmlns:a16="http://schemas.microsoft.com/office/drawing/2014/main" id="{240D54E0-9BAF-B80C-69C2-C9F543F207F5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DE9FABE-805A-C153-D369-36C395A63A53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8EC91D4-EE8A-C44B-BD0B-6A187CF03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875680"/>
              </p:ext>
            </p:extLst>
          </p:nvPr>
        </p:nvGraphicFramePr>
        <p:xfrm>
          <a:off x="4774216" y="12628341"/>
          <a:ext cx="8392201" cy="4426317"/>
        </p:xfrm>
        <a:graphic>
          <a:graphicData uri="http://schemas.openxmlformats.org/drawingml/2006/table">
            <a:tbl>
              <a:tblPr/>
              <a:tblGrid>
                <a:gridCol w="7024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36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3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Content</a:t>
                      </a:r>
                      <a:endParaRPr lang="en-US" sz="30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3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Page</a:t>
                      </a:r>
                      <a:endParaRPr lang="en-US" sz="3000" b="1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98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Introduction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3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Define the problem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Solution Requirements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Selection of Solution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Test Plans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49679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Conclusion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578197"/>
                  </a:ext>
                </a:extLst>
              </a:tr>
              <a:tr h="434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Recommendations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93994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References</a:t>
                      </a:r>
                    </a:p>
                  </a:txBody>
                  <a:tcPr anchor="ctr">
                    <a:lnL w="9360">
                      <a:solidFill>
                        <a:srgbClr val="9E9E9E"/>
                      </a:solidFill>
                      <a:prstDash val="soli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500" b="1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</a:p>
                  </a:txBody>
                  <a:tcPr anchor="ctr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5902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F7CDB3D-EDBF-DA36-55FA-78E11BA045AE}"/>
              </a:ext>
            </a:extLst>
          </p:cNvPr>
          <p:cNvSpPr txBox="1"/>
          <p:nvPr/>
        </p:nvSpPr>
        <p:spPr>
          <a:xfrm>
            <a:off x="7214049" y="10934022"/>
            <a:ext cx="327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Spline Sans" panose="020B0604020202020204" charset="0"/>
                <a:cs typeface="Spline Sans" panose="020B0604020202020204" charset="0"/>
              </a:rPr>
              <a:t>Table of Content</a:t>
            </a:r>
          </a:p>
        </p:txBody>
      </p:sp>
      <p:sp>
        <p:nvSpPr>
          <p:cNvPr id="4" name="Freeform 25">
            <a:extLst>
              <a:ext uri="{FF2B5EF4-FFF2-40B4-BE49-F238E27FC236}">
                <a16:creationId xmlns:a16="http://schemas.microsoft.com/office/drawing/2014/main" id="{29AD6498-B1B4-0ECC-F59D-25EAD023F239}"/>
              </a:ext>
            </a:extLst>
          </p:cNvPr>
          <p:cNvSpPr/>
          <p:nvPr/>
        </p:nvSpPr>
        <p:spPr>
          <a:xfrm>
            <a:off x="18914026" y="191901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DBAD0D3F-B094-9222-A8FC-6A6B70914882}"/>
              </a:ext>
            </a:extLst>
          </p:cNvPr>
          <p:cNvGrpSpPr/>
          <p:nvPr/>
        </p:nvGrpSpPr>
        <p:grpSpPr>
          <a:xfrm>
            <a:off x="21726482" y="782952"/>
            <a:ext cx="860074" cy="333578"/>
            <a:chOff x="0" y="0"/>
            <a:chExt cx="1146765" cy="444771"/>
          </a:xfrm>
        </p:grpSpPr>
        <p:grpSp>
          <p:nvGrpSpPr>
            <p:cNvPr id="15" name="Group 18">
              <a:extLst>
                <a:ext uri="{FF2B5EF4-FFF2-40B4-BE49-F238E27FC236}">
                  <a16:creationId xmlns:a16="http://schemas.microsoft.com/office/drawing/2014/main" id="{57086530-A6BF-8645-6C50-9A76E3A1ED22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36" name="Freeform 19">
                <a:extLst>
                  <a:ext uri="{FF2B5EF4-FFF2-40B4-BE49-F238E27FC236}">
                    <a16:creationId xmlns:a16="http://schemas.microsoft.com/office/drawing/2014/main" id="{7FEA68A4-91BE-5C80-933A-5EA6442CD7D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20">
                <a:extLst>
                  <a:ext uri="{FF2B5EF4-FFF2-40B4-BE49-F238E27FC236}">
                    <a16:creationId xmlns:a16="http://schemas.microsoft.com/office/drawing/2014/main" id="{FDD9158D-B32C-8F00-11FB-601D13EFAB3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21">
              <a:extLst>
                <a:ext uri="{FF2B5EF4-FFF2-40B4-BE49-F238E27FC236}">
                  <a16:creationId xmlns:a16="http://schemas.microsoft.com/office/drawing/2014/main" id="{938D6293-7D1F-D180-A8F9-DF9A9A9B0987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5" name="Freeform 22">
                <a:extLst>
                  <a:ext uri="{FF2B5EF4-FFF2-40B4-BE49-F238E27FC236}">
                    <a16:creationId xmlns:a16="http://schemas.microsoft.com/office/drawing/2014/main" id="{11FF65D4-4124-9BC3-AC9F-1CD860CA6DA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23">
                <a:extLst>
                  <a:ext uri="{FF2B5EF4-FFF2-40B4-BE49-F238E27FC236}">
                    <a16:creationId xmlns:a16="http://schemas.microsoft.com/office/drawing/2014/main" id="{C3814D5F-2619-4C10-C036-A20E448C9F0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38" name="Group 10">
            <a:extLst>
              <a:ext uri="{FF2B5EF4-FFF2-40B4-BE49-F238E27FC236}">
                <a16:creationId xmlns:a16="http://schemas.microsoft.com/office/drawing/2014/main" id="{6AEF2AC8-F58E-6570-1C9E-08D56922D54F}"/>
              </a:ext>
            </a:extLst>
          </p:cNvPr>
          <p:cNvGrpSpPr/>
          <p:nvPr/>
        </p:nvGrpSpPr>
        <p:grpSpPr>
          <a:xfrm>
            <a:off x="-4677891" y="798588"/>
            <a:ext cx="860074" cy="333578"/>
            <a:chOff x="0" y="0"/>
            <a:chExt cx="1146765" cy="444771"/>
          </a:xfrm>
        </p:grpSpPr>
        <p:grpSp>
          <p:nvGrpSpPr>
            <p:cNvPr id="39" name="Group 11">
              <a:extLst>
                <a:ext uri="{FF2B5EF4-FFF2-40B4-BE49-F238E27FC236}">
                  <a16:creationId xmlns:a16="http://schemas.microsoft.com/office/drawing/2014/main" id="{724A9589-D163-014D-4B8F-C3F4C7E20903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3" name="Freeform 12">
                <a:extLst>
                  <a:ext uri="{FF2B5EF4-FFF2-40B4-BE49-F238E27FC236}">
                    <a16:creationId xmlns:a16="http://schemas.microsoft.com/office/drawing/2014/main" id="{A29F1C5E-BEC5-ECD8-4060-62072F81CF2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13">
                <a:extLst>
                  <a:ext uri="{FF2B5EF4-FFF2-40B4-BE49-F238E27FC236}">
                    <a16:creationId xmlns:a16="http://schemas.microsoft.com/office/drawing/2014/main" id="{F9080908-A212-556A-8A5A-B31ED4F8DB9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0" name="Group 14">
              <a:extLst>
                <a:ext uri="{FF2B5EF4-FFF2-40B4-BE49-F238E27FC236}">
                  <a16:creationId xmlns:a16="http://schemas.microsoft.com/office/drawing/2014/main" id="{38642949-5238-027F-78E4-19A22F001B44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41" name="Freeform 15">
                <a:extLst>
                  <a:ext uri="{FF2B5EF4-FFF2-40B4-BE49-F238E27FC236}">
                    <a16:creationId xmlns:a16="http://schemas.microsoft.com/office/drawing/2014/main" id="{934BADBC-5577-7C89-6E05-0E9C5400A35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16">
                <a:extLst>
                  <a:ext uri="{FF2B5EF4-FFF2-40B4-BE49-F238E27FC236}">
                    <a16:creationId xmlns:a16="http://schemas.microsoft.com/office/drawing/2014/main" id="{2379217A-D5CD-1A4C-CD69-C915BFE88B5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60" name="Freeform 24">
            <a:extLst>
              <a:ext uri="{FF2B5EF4-FFF2-40B4-BE49-F238E27FC236}">
                <a16:creationId xmlns:a16="http://schemas.microsoft.com/office/drawing/2014/main" id="{5D05C458-180B-CD25-6474-AFD5FF525DFC}"/>
              </a:ext>
            </a:extLst>
          </p:cNvPr>
          <p:cNvSpPr/>
          <p:nvPr/>
        </p:nvSpPr>
        <p:spPr>
          <a:xfrm>
            <a:off x="-2912990" y="243841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TextBox 29">
            <a:extLst>
              <a:ext uri="{FF2B5EF4-FFF2-40B4-BE49-F238E27FC236}">
                <a16:creationId xmlns:a16="http://schemas.microsoft.com/office/drawing/2014/main" id="{3974867D-41B1-6889-C298-2FE3ED75F18D}"/>
              </a:ext>
            </a:extLst>
          </p:cNvPr>
          <p:cNvSpPr txBox="1"/>
          <p:nvPr/>
        </p:nvSpPr>
        <p:spPr>
          <a:xfrm>
            <a:off x="7487836" y="-1826759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sp>
        <p:nvSpPr>
          <p:cNvPr id="72" name="TextBox 13">
            <a:extLst>
              <a:ext uri="{FF2B5EF4-FFF2-40B4-BE49-F238E27FC236}">
                <a16:creationId xmlns:a16="http://schemas.microsoft.com/office/drawing/2014/main" id="{E4CBC1D6-BCEC-1382-6CDF-044E9332BEEC}"/>
              </a:ext>
            </a:extLst>
          </p:cNvPr>
          <p:cNvSpPr txBox="1"/>
          <p:nvPr/>
        </p:nvSpPr>
        <p:spPr>
          <a:xfrm>
            <a:off x="15998828" y="-1949783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73" name="TextBox 7">
            <a:extLst>
              <a:ext uri="{FF2B5EF4-FFF2-40B4-BE49-F238E27FC236}">
                <a16:creationId xmlns:a16="http://schemas.microsoft.com/office/drawing/2014/main" id="{7D4A0BAF-81A1-88F4-498E-7DB7CF14D231}"/>
              </a:ext>
            </a:extLst>
          </p:cNvPr>
          <p:cNvSpPr txBox="1"/>
          <p:nvPr/>
        </p:nvSpPr>
        <p:spPr>
          <a:xfrm>
            <a:off x="1161477" y="-1949783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5" name="TextBox 10">
            <a:extLst>
              <a:ext uri="{FF2B5EF4-FFF2-40B4-BE49-F238E27FC236}">
                <a16:creationId xmlns:a16="http://schemas.microsoft.com/office/drawing/2014/main" id="{05136B18-8B33-2B79-0FF9-DA72287782C3}"/>
              </a:ext>
            </a:extLst>
          </p:cNvPr>
          <p:cNvSpPr txBox="1"/>
          <p:nvPr/>
        </p:nvSpPr>
        <p:spPr>
          <a:xfrm>
            <a:off x="-7432138" y="2467532"/>
            <a:ext cx="617565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</a:rPr>
              <a:t>Introduction &amp; defining the problem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C0DB34DD-7B5F-7869-FBB7-ADCE939E09DB}"/>
              </a:ext>
            </a:extLst>
          </p:cNvPr>
          <p:cNvGrpSpPr/>
          <p:nvPr/>
        </p:nvGrpSpPr>
        <p:grpSpPr>
          <a:xfrm>
            <a:off x="9177788" y="-2738616"/>
            <a:ext cx="1512662" cy="1512662"/>
            <a:chOff x="0" y="0"/>
            <a:chExt cx="812800" cy="812800"/>
          </a:xfrm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29BE5C92-7760-E476-7672-2893C3E6A0E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6">
              <a:extLst>
                <a:ext uri="{FF2B5EF4-FFF2-40B4-BE49-F238E27FC236}">
                  <a16:creationId xmlns:a16="http://schemas.microsoft.com/office/drawing/2014/main" id="{C5203BEE-2C32-2564-B17C-4125825535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1" name="TextBox 21">
            <a:extLst>
              <a:ext uri="{FF2B5EF4-FFF2-40B4-BE49-F238E27FC236}">
                <a16:creationId xmlns:a16="http://schemas.microsoft.com/office/drawing/2014/main" id="{486223B2-176E-C40B-B578-55A1431D4DD6}"/>
              </a:ext>
            </a:extLst>
          </p:cNvPr>
          <p:cNvSpPr txBox="1"/>
          <p:nvPr/>
        </p:nvSpPr>
        <p:spPr>
          <a:xfrm>
            <a:off x="9554614" y="-2188978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grpSp>
        <p:nvGrpSpPr>
          <p:cNvPr id="92" name="Group 7">
            <a:extLst>
              <a:ext uri="{FF2B5EF4-FFF2-40B4-BE49-F238E27FC236}">
                <a16:creationId xmlns:a16="http://schemas.microsoft.com/office/drawing/2014/main" id="{5C892AE3-9797-B8BC-19BA-07F6DB6A6FCE}"/>
              </a:ext>
            </a:extLst>
          </p:cNvPr>
          <p:cNvGrpSpPr/>
          <p:nvPr/>
        </p:nvGrpSpPr>
        <p:grpSpPr>
          <a:xfrm>
            <a:off x="7631338" y="10770637"/>
            <a:ext cx="1512662" cy="1512662"/>
            <a:chOff x="0" y="0"/>
            <a:chExt cx="812800" cy="812800"/>
          </a:xfrm>
        </p:grpSpPr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06030A5E-4F68-03A4-6871-3A2C1A7A43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">
              <a:extLst>
                <a:ext uri="{FF2B5EF4-FFF2-40B4-BE49-F238E27FC236}">
                  <a16:creationId xmlns:a16="http://schemas.microsoft.com/office/drawing/2014/main" id="{97ECAFAB-6831-46C1-45C7-6DB08C6FC3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5" name="TextBox 20">
            <a:extLst>
              <a:ext uri="{FF2B5EF4-FFF2-40B4-BE49-F238E27FC236}">
                <a16:creationId xmlns:a16="http://schemas.microsoft.com/office/drawing/2014/main" id="{A901B8F2-412E-C711-1132-A0D29D78ABB6}"/>
              </a:ext>
            </a:extLst>
          </p:cNvPr>
          <p:cNvSpPr txBox="1"/>
          <p:nvPr/>
        </p:nvSpPr>
        <p:spPr>
          <a:xfrm>
            <a:off x="8008164" y="11320275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6F3F4E09-79B4-F440-73BA-19DA5B646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303320" y="5143500"/>
            <a:ext cx="6547622" cy="3648733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CAE8818-9614-0A74-82DB-E039550440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28500" y="2214091"/>
            <a:ext cx="6537128" cy="3622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8" name="TextBox 10">
            <a:extLst>
              <a:ext uri="{FF2B5EF4-FFF2-40B4-BE49-F238E27FC236}">
                <a16:creationId xmlns:a16="http://schemas.microsoft.com/office/drawing/2014/main" id="{459940EF-4D06-899C-EB96-4F81C9390F0B}"/>
              </a:ext>
            </a:extLst>
          </p:cNvPr>
          <p:cNvSpPr txBox="1"/>
          <p:nvPr/>
        </p:nvSpPr>
        <p:spPr>
          <a:xfrm>
            <a:off x="21823993" y="8792233"/>
            <a:ext cx="290453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Starting</a:t>
            </a:r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with...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5138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0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7000"/>
                            </p:stCondLst>
                            <p:childTnLst>
                              <p:par>
                                <p:cTn id="2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7500"/>
                            </p:stCondLst>
                            <p:childTnLst>
                              <p:par>
                                <p:cTn id="2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80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8500"/>
                            </p:stCondLst>
                            <p:childTnLst>
                              <p:par>
                                <p:cTn id="2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9000"/>
                            </p:stCondLst>
                            <p:childTnLst>
                              <p:par>
                                <p:cTn id="2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9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20000"/>
                            </p:stCondLst>
                            <p:childTnLst>
                              <p:par>
                                <p:cTn id="2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9" grpId="0" animBg="1"/>
      <p:bldP spid="10" grpId="0" animBg="1"/>
      <p:bldP spid="14" grpId="0" animBg="1"/>
      <p:bldP spid="17" grpId="0"/>
      <p:bldP spid="18" grpId="0" animBg="1"/>
      <p:bldP spid="20" grpId="0" animBg="1"/>
      <p:bldP spid="21" grpId="0" animBg="1"/>
      <p:bldP spid="22" grpId="0" animBg="1"/>
      <p:bldP spid="24" grpId="0" animBg="1"/>
      <p:bldP spid="26" grpId="0"/>
      <p:bldP spid="27" grpId="0" animBg="1"/>
      <p:bldP spid="29" grpId="0" animBg="1"/>
      <p:bldP spid="30" grpId="0" animBg="1"/>
      <p:bldP spid="31" grpId="0" animBg="1"/>
      <p:bldP spid="33" grpId="0" animBg="1"/>
      <p:bldP spid="35" grpId="0"/>
      <p:bldP spid="45" grpId="0" animBg="1"/>
      <p:bldP spid="46" grpId="0" animBg="1"/>
      <p:bldP spid="47" grpId="0" animBg="1"/>
      <p:bldP spid="48" grpId="0" animBg="1"/>
      <p:bldP spid="50" grpId="0" animBg="1"/>
      <p:bldP spid="52" grpId="0"/>
      <p:bldP spid="53" grpId="0" animBg="1"/>
      <p:bldP spid="55" grpId="0" animBg="1"/>
      <p:bldP spid="56" grpId="0" animBg="1"/>
      <p:bldP spid="57" grpId="0" animBg="1"/>
      <p:bldP spid="59" grpId="0" animBg="1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220200" y="3848100"/>
            <a:ext cx="1512662" cy="151266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77200" y="5764438"/>
            <a:ext cx="1512662" cy="151266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991926"/>
            <a:ext cx="617565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</a:rPr>
              <a:t>Introduction &amp; defining the problem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4026" y="6314076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97026" y="4397738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5F8280C5-5C4E-EDC7-606C-07FEE3077366}"/>
              </a:ext>
            </a:extLst>
          </p:cNvPr>
          <p:cNvSpPr txBox="1"/>
          <p:nvPr/>
        </p:nvSpPr>
        <p:spPr>
          <a:xfrm>
            <a:off x="12259262" y="7699518"/>
            <a:ext cx="290453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Starting</a:t>
            </a:r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with...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80DBD16-CB62-A5DA-4393-7BFA37DADCE3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37979-15BA-2C4F-9C03-4167256BD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334" y="5380967"/>
            <a:ext cx="6547622" cy="3648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236A5E-12DF-995A-37E8-F17728AE0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1447" y="1901609"/>
            <a:ext cx="6537128" cy="3622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5F154D-4496-E66E-82DC-2876E4CEB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3539" y="-115207"/>
            <a:ext cx="18977573" cy="105174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014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46F8-0D84-6AF3-8D2B-5AB0DEC6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34DE649-A6C1-87FA-6CF0-3E78B51CDF1E}"/>
              </a:ext>
            </a:extLst>
          </p:cNvPr>
          <p:cNvGrpSpPr/>
          <p:nvPr/>
        </p:nvGrpSpPr>
        <p:grpSpPr>
          <a:xfrm>
            <a:off x="9220200" y="3848100"/>
            <a:ext cx="1512662" cy="1512662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1FA7970-7537-19AC-764D-A4D047633A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75D175-19A7-82F1-74D1-376ED0D931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3AFCD34-CE71-7183-4EDC-050292FFC222}"/>
              </a:ext>
            </a:extLst>
          </p:cNvPr>
          <p:cNvGrpSpPr/>
          <p:nvPr/>
        </p:nvGrpSpPr>
        <p:grpSpPr>
          <a:xfrm>
            <a:off x="8077200" y="5764438"/>
            <a:ext cx="1512662" cy="1512662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B351B61-965D-4D9A-0DA7-77956FBC83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D396959-D16D-93A0-D366-0A6BAEAA7AF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F90261D-7065-E9E5-58EE-594E6987AE70}"/>
              </a:ext>
            </a:extLst>
          </p:cNvPr>
          <p:cNvSpPr txBox="1"/>
          <p:nvPr/>
        </p:nvSpPr>
        <p:spPr>
          <a:xfrm>
            <a:off x="1028700" y="1991926"/>
            <a:ext cx="617565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</a:rPr>
              <a:t>Introduction &amp; defining the problem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5BB4BF-AC53-77B3-894F-7A6A4787D369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A057C3A-90F7-5C73-B672-1F8223E68A1F}"/>
              </a:ext>
            </a:extLst>
          </p:cNvPr>
          <p:cNvSpPr txBox="1"/>
          <p:nvPr/>
        </p:nvSpPr>
        <p:spPr>
          <a:xfrm>
            <a:off x="8454026" y="6314076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48BAE25-AF5F-05EE-1879-8BCFBD0C9AB2}"/>
              </a:ext>
            </a:extLst>
          </p:cNvPr>
          <p:cNvSpPr txBox="1"/>
          <p:nvPr/>
        </p:nvSpPr>
        <p:spPr>
          <a:xfrm>
            <a:off x="9597026" y="4397738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7DF324-6992-8862-43CB-95A53A29D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6615" y="5378360"/>
            <a:ext cx="6745061" cy="3738128"/>
          </a:xfrm>
          <a:custGeom>
            <a:avLst/>
            <a:gdLst>
              <a:gd name="csX0" fmla="*/ 0 w 6745061"/>
              <a:gd name="csY0" fmla="*/ 0 h 3738128"/>
              <a:gd name="csX1" fmla="*/ 427187 w 6745061"/>
              <a:gd name="csY1" fmla="*/ 0 h 3738128"/>
              <a:gd name="csX2" fmla="*/ 989276 w 6745061"/>
              <a:gd name="csY2" fmla="*/ 0 h 3738128"/>
              <a:gd name="csX3" fmla="*/ 1483913 w 6745061"/>
              <a:gd name="csY3" fmla="*/ 0 h 3738128"/>
              <a:gd name="csX4" fmla="*/ 1843650 w 6745061"/>
              <a:gd name="csY4" fmla="*/ 0 h 3738128"/>
              <a:gd name="csX5" fmla="*/ 2270837 w 6745061"/>
              <a:gd name="csY5" fmla="*/ 0 h 3738128"/>
              <a:gd name="csX6" fmla="*/ 2967827 w 6745061"/>
              <a:gd name="csY6" fmla="*/ 0 h 3738128"/>
              <a:gd name="csX7" fmla="*/ 3395014 w 6745061"/>
              <a:gd name="csY7" fmla="*/ 0 h 3738128"/>
              <a:gd name="csX8" fmla="*/ 4092004 w 6745061"/>
              <a:gd name="csY8" fmla="*/ 0 h 3738128"/>
              <a:gd name="csX9" fmla="*/ 4519191 w 6745061"/>
              <a:gd name="csY9" fmla="*/ 0 h 3738128"/>
              <a:gd name="csX10" fmla="*/ 5148730 w 6745061"/>
              <a:gd name="csY10" fmla="*/ 0 h 3738128"/>
              <a:gd name="csX11" fmla="*/ 5643368 w 6745061"/>
              <a:gd name="csY11" fmla="*/ 0 h 3738128"/>
              <a:gd name="csX12" fmla="*/ 6745061 w 6745061"/>
              <a:gd name="csY12" fmla="*/ 0 h 3738128"/>
              <a:gd name="csX13" fmla="*/ 6745061 w 6745061"/>
              <a:gd name="csY13" fmla="*/ 459256 h 3738128"/>
              <a:gd name="csX14" fmla="*/ 6745061 w 6745061"/>
              <a:gd name="csY14" fmla="*/ 1030655 h 3738128"/>
              <a:gd name="csX15" fmla="*/ 6745061 w 6745061"/>
              <a:gd name="csY15" fmla="*/ 1489911 h 3738128"/>
              <a:gd name="csX16" fmla="*/ 6745061 w 6745061"/>
              <a:gd name="csY16" fmla="*/ 2023929 h 3738128"/>
              <a:gd name="csX17" fmla="*/ 6745061 w 6745061"/>
              <a:gd name="csY17" fmla="*/ 2483185 h 3738128"/>
              <a:gd name="csX18" fmla="*/ 6745061 w 6745061"/>
              <a:gd name="csY18" fmla="*/ 2905059 h 3738128"/>
              <a:gd name="csX19" fmla="*/ 6745061 w 6745061"/>
              <a:gd name="csY19" fmla="*/ 3738128 h 3738128"/>
              <a:gd name="csX20" fmla="*/ 6182973 w 6745061"/>
              <a:gd name="csY20" fmla="*/ 3738128 h 3738128"/>
              <a:gd name="csX21" fmla="*/ 5755785 w 6745061"/>
              <a:gd name="csY21" fmla="*/ 3738128 h 3738128"/>
              <a:gd name="csX22" fmla="*/ 5193697 w 6745061"/>
              <a:gd name="csY22" fmla="*/ 3738128 h 3738128"/>
              <a:gd name="csX23" fmla="*/ 4564158 w 6745061"/>
              <a:gd name="csY23" fmla="*/ 3738128 h 3738128"/>
              <a:gd name="csX24" fmla="*/ 3867168 w 6745061"/>
              <a:gd name="csY24" fmla="*/ 3738128 h 3738128"/>
              <a:gd name="csX25" fmla="*/ 3170179 w 6745061"/>
              <a:gd name="csY25" fmla="*/ 3738128 h 3738128"/>
              <a:gd name="csX26" fmla="*/ 2742991 w 6745061"/>
              <a:gd name="csY26" fmla="*/ 3738128 h 3738128"/>
              <a:gd name="csX27" fmla="*/ 2113452 w 6745061"/>
              <a:gd name="csY27" fmla="*/ 3738128 h 3738128"/>
              <a:gd name="csX28" fmla="*/ 1686265 w 6745061"/>
              <a:gd name="csY28" fmla="*/ 3738128 h 3738128"/>
              <a:gd name="csX29" fmla="*/ 1259078 w 6745061"/>
              <a:gd name="csY29" fmla="*/ 3738128 h 3738128"/>
              <a:gd name="csX30" fmla="*/ 562088 w 6745061"/>
              <a:gd name="csY30" fmla="*/ 3738128 h 3738128"/>
              <a:gd name="csX31" fmla="*/ 0 w 6745061"/>
              <a:gd name="csY31" fmla="*/ 3738128 h 3738128"/>
              <a:gd name="csX32" fmla="*/ 0 w 6745061"/>
              <a:gd name="csY32" fmla="*/ 3166728 h 3738128"/>
              <a:gd name="csX33" fmla="*/ 0 w 6745061"/>
              <a:gd name="csY33" fmla="*/ 2557948 h 3738128"/>
              <a:gd name="csX34" fmla="*/ 0 w 6745061"/>
              <a:gd name="csY34" fmla="*/ 2023929 h 3738128"/>
              <a:gd name="csX35" fmla="*/ 0 w 6745061"/>
              <a:gd name="csY35" fmla="*/ 1527292 h 3738128"/>
              <a:gd name="csX36" fmla="*/ 0 w 6745061"/>
              <a:gd name="csY36" fmla="*/ 918511 h 3738128"/>
              <a:gd name="csX37" fmla="*/ 0 w 6745061"/>
              <a:gd name="csY37" fmla="*/ 459256 h 3738128"/>
              <a:gd name="csX38" fmla="*/ 0 w 6745061"/>
              <a:gd name="csY38" fmla="*/ 0 h 3738128"/>
              <a:gd name="csX0" fmla="*/ 0 w 6745061"/>
              <a:gd name="csY0" fmla="*/ 0 h 3738128"/>
              <a:gd name="csX1" fmla="*/ 696990 w 6745061"/>
              <a:gd name="csY1" fmla="*/ 0 h 3738128"/>
              <a:gd name="csX2" fmla="*/ 1056726 w 6745061"/>
              <a:gd name="csY2" fmla="*/ 0 h 3738128"/>
              <a:gd name="csX3" fmla="*/ 1753716 w 6745061"/>
              <a:gd name="csY3" fmla="*/ 0 h 3738128"/>
              <a:gd name="csX4" fmla="*/ 2180903 w 6745061"/>
              <a:gd name="csY4" fmla="*/ 0 h 3738128"/>
              <a:gd name="csX5" fmla="*/ 2810442 w 6745061"/>
              <a:gd name="csY5" fmla="*/ 0 h 3738128"/>
              <a:gd name="csX6" fmla="*/ 3507432 w 6745061"/>
              <a:gd name="csY6" fmla="*/ 0 h 3738128"/>
              <a:gd name="csX7" fmla="*/ 4069520 w 6745061"/>
              <a:gd name="csY7" fmla="*/ 0 h 3738128"/>
              <a:gd name="csX8" fmla="*/ 4564158 w 6745061"/>
              <a:gd name="csY8" fmla="*/ 0 h 3738128"/>
              <a:gd name="csX9" fmla="*/ 5058796 w 6745061"/>
              <a:gd name="csY9" fmla="*/ 0 h 3738128"/>
              <a:gd name="csX10" fmla="*/ 5418532 w 6745061"/>
              <a:gd name="csY10" fmla="*/ 0 h 3738128"/>
              <a:gd name="csX11" fmla="*/ 6115522 w 6745061"/>
              <a:gd name="csY11" fmla="*/ 0 h 3738128"/>
              <a:gd name="csX12" fmla="*/ 6411405 w 6745061"/>
              <a:gd name="csY12" fmla="*/ 0 h 3738128"/>
              <a:gd name="csX13" fmla="*/ 6745061 w 6745061"/>
              <a:gd name="csY13" fmla="*/ 0 h 3738128"/>
              <a:gd name="csX14" fmla="*/ 6745061 w 6745061"/>
              <a:gd name="csY14" fmla="*/ 534018 h 3738128"/>
              <a:gd name="csX15" fmla="*/ 6745061 w 6745061"/>
              <a:gd name="csY15" fmla="*/ 1105418 h 3738128"/>
              <a:gd name="csX16" fmla="*/ 6745061 w 6745061"/>
              <a:gd name="csY16" fmla="*/ 1639436 h 3738128"/>
              <a:gd name="csX17" fmla="*/ 6745061 w 6745061"/>
              <a:gd name="csY17" fmla="*/ 2061311 h 3738128"/>
              <a:gd name="csX18" fmla="*/ 6745061 w 6745061"/>
              <a:gd name="csY18" fmla="*/ 2595329 h 3738128"/>
              <a:gd name="csX19" fmla="*/ 6745061 w 6745061"/>
              <a:gd name="csY19" fmla="*/ 3204110 h 3738128"/>
              <a:gd name="csX20" fmla="*/ 6745061 w 6745061"/>
              <a:gd name="csY20" fmla="*/ 3738128 h 3738128"/>
              <a:gd name="csX21" fmla="*/ 6182973 w 6745061"/>
              <a:gd name="csY21" fmla="*/ 3738128 h 3738128"/>
              <a:gd name="csX22" fmla="*/ 5485983 w 6745061"/>
              <a:gd name="csY22" fmla="*/ 3738128 h 3738128"/>
              <a:gd name="csX23" fmla="*/ 5058796 w 6745061"/>
              <a:gd name="csY23" fmla="*/ 3738128 h 3738128"/>
              <a:gd name="csX24" fmla="*/ 4496707 w 6745061"/>
              <a:gd name="csY24" fmla="*/ 3738128 h 3738128"/>
              <a:gd name="csX25" fmla="*/ 4002070 w 6745061"/>
              <a:gd name="csY25" fmla="*/ 3738128 h 3738128"/>
              <a:gd name="csX26" fmla="*/ 3642333 w 6745061"/>
              <a:gd name="csY26" fmla="*/ 3738128 h 3738128"/>
              <a:gd name="csX27" fmla="*/ 3147695 w 6745061"/>
              <a:gd name="csY27" fmla="*/ 3738128 h 3738128"/>
              <a:gd name="csX28" fmla="*/ 2585607 w 6745061"/>
              <a:gd name="csY28" fmla="*/ 3738128 h 3738128"/>
              <a:gd name="csX29" fmla="*/ 1888617 w 6745061"/>
              <a:gd name="csY29" fmla="*/ 3738128 h 3738128"/>
              <a:gd name="csX30" fmla="*/ 1259078 w 6745061"/>
              <a:gd name="csY30" fmla="*/ 3738128 h 3738128"/>
              <a:gd name="csX31" fmla="*/ 629539 w 6745061"/>
              <a:gd name="csY31" fmla="*/ 3738128 h 3738128"/>
              <a:gd name="csX32" fmla="*/ 0 w 6745061"/>
              <a:gd name="csY32" fmla="*/ 3738128 h 3738128"/>
              <a:gd name="csX33" fmla="*/ 0 w 6745061"/>
              <a:gd name="csY33" fmla="*/ 3166728 h 3738128"/>
              <a:gd name="csX34" fmla="*/ 0 w 6745061"/>
              <a:gd name="csY34" fmla="*/ 2632710 h 3738128"/>
              <a:gd name="csX35" fmla="*/ 0 w 6745061"/>
              <a:gd name="csY35" fmla="*/ 2136073 h 3738128"/>
              <a:gd name="csX36" fmla="*/ 0 w 6745061"/>
              <a:gd name="csY36" fmla="*/ 1527292 h 3738128"/>
              <a:gd name="csX37" fmla="*/ 0 w 6745061"/>
              <a:gd name="csY37" fmla="*/ 1030655 h 3738128"/>
              <a:gd name="csX38" fmla="*/ 0 w 6745061"/>
              <a:gd name="csY38" fmla="*/ 0 h 3738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6745061" h="3738128" fill="none" extrusionOk="0">
                <a:moveTo>
                  <a:pt x="0" y="0"/>
                </a:moveTo>
                <a:cubicBezTo>
                  <a:pt x="184144" y="-16066"/>
                  <a:pt x="331475" y="30414"/>
                  <a:pt x="427187" y="0"/>
                </a:cubicBezTo>
                <a:cubicBezTo>
                  <a:pt x="521351" y="-10487"/>
                  <a:pt x="862368" y="51039"/>
                  <a:pt x="989276" y="0"/>
                </a:cubicBezTo>
                <a:cubicBezTo>
                  <a:pt x="1124256" y="-38628"/>
                  <a:pt x="1260969" y="14987"/>
                  <a:pt x="1483913" y="0"/>
                </a:cubicBezTo>
                <a:cubicBezTo>
                  <a:pt x="1709996" y="-21455"/>
                  <a:pt x="1665355" y="16785"/>
                  <a:pt x="1843650" y="0"/>
                </a:cubicBezTo>
                <a:cubicBezTo>
                  <a:pt x="2005788" y="-42084"/>
                  <a:pt x="2165387" y="17106"/>
                  <a:pt x="2270837" y="0"/>
                </a:cubicBezTo>
                <a:cubicBezTo>
                  <a:pt x="2361264" y="-38507"/>
                  <a:pt x="2712805" y="54284"/>
                  <a:pt x="2967827" y="0"/>
                </a:cubicBezTo>
                <a:cubicBezTo>
                  <a:pt x="3264655" y="-73561"/>
                  <a:pt x="3220209" y="6133"/>
                  <a:pt x="3395014" y="0"/>
                </a:cubicBezTo>
                <a:cubicBezTo>
                  <a:pt x="3533922" y="-34169"/>
                  <a:pt x="3949185" y="27905"/>
                  <a:pt x="4092004" y="0"/>
                </a:cubicBezTo>
                <a:cubicBezTo>
                  <a:pt x="4244762" y="-10009"/>
                  <a:pt x="4387651" y="-10685"/>
                  <a:pt x="4519191" y="0"/>
                </a:cubicBezTo>
                <a:cubicBezTo>
                  <a:pt x="4632248" y="-15017"/>
                  <a:pt x="5015261" y="-11100"/>
                  <a:pt x="5148730" y="0"/>
                </a:cubicBezTo>
                <a:cubicBezTo>
                  <a:pt x="5239481" y="-23851"/>
                  <a:pt x="5523290" y="72043"/>
                  <a:pt x="5643368" y="0"/>
                </a:cubicBezTo>
                <a:cubicBezTo>
                  <a:pt x="5791545" y="-39398"/>
                  <a:pt x="6493909" y="110298"/>
                  <a:pt x="6745061" y="0"/>
                </a:cubicBezTo>
                <a:cubicBezTo>
                  <a:pt x="6776756" y="100589"/>
                  <a:pt x="6689841" y="324307"/>
                  <a:pt x="6745061" y="459256"/>
                </a:cubicBezTo>
                <a:cubicBezTo>
                  <a:pt x="6776457" y="610426"/>
                  <a:pt x="6776018" y="889005"/>
                  <a:pt x="6745061" y="1030655"/>
                </a:cubicBezTo>
                <a:cubicBezTo>
                  <a:pt x="6736894" y="1187567"/>
                  <a:pt x="6734327" y="1371353"/>
                  <a:pt x="6745061" y="1489911"/>
                </a:cubicBezTo>
                <a:cubicBezTo>
                  <a:pt x="6789016" y="1632092"/>
                  <a:pt x="6700911" y="1875120"/>
                  <a:pt x="6745061" y="2023929"/>
                </a:cubicBezTo>
                <a:cubicBezTo>
                  <a:pt x="6783119" y="2231116"/>
                  <a:pt x="6721441" y="2270836"/>
                  <a:pt x="6745061" y="2483185"/>
                </a:cubicBezTo>
                <a:cubicBezTo>
                  <a:pt x="6790172" y="2694889"/>
                  <a:pt x="6712436" y="2718341"/>
                  <a:pt x="6745061" y="2905059"/>
                </a:cubicBezTo>
                <a:cubicBezTo>
                  <a:pt x="6823001" y="3100037"/>
                  <a:pt x="6681576" y="3337703"/>
                  <a:pt x="6745061" y="3738128"/>
                </a:cubicBezTo>
                <a:cubicBezTo>
                  <a:pt x="6586198" y="3781887"/>
                  <a:pt x="6423967" y="3677868"/>
                  <a:pt x="6182973" y="3738128"/>
                </a:cubicBezTo>
                <a:cubicBezTo>
                  <a:pt x="5937345" y="3768361"/>
                  <a:pt x="5930265" y="3717510"/>
                  <a:pt x="5755785" y="3738128"/>
                </a:cubicBezTo>
                <a:cubicBezTo>
                  <a:pt x="5615475" y="3764550"/>
                  <a:pt x="5332440" y="3742293"/>
                  <a:pt x="5193697" y="3738128"/>
                </a:cubicBezTo>
                <a:cubicBezTo>
                  <a:pt x="5034363" y="3767723"/>
                  <a:pt x="4725466" y="3652872"/>
                  <a:pt x="4564158" y="3738128"/>
                </a:cubicBezTo>
                <a:cubicBezTo>
                  <a:pt x="4407595" y="3796374"/>
                  <a:pt x="4167316" y="3809925"/>
                  <a:pt x="3867168" y="3738128"/>
                </a:cubicBezTo>
                <a:cubicBezTo>
                  <a:pt x="3511072" y="3738935"/>
                  <a:pt x="3386475" y="3720064"/>
                  <a:pt x="3170179" y="3738128"/>
                </a:cubicBezTo>
                <a:cubicBezTo>
                  <a:pt x="2996286" y="3760218"/>
                  <a:pt x="2867536" y="3707820"/>
                  <a:pt x="2742991" y="3738128"/>
                </a:cubicBezTo>
                <a:cubicBezTo>
                  <a:pt x="2681169" y="3751455"/>
                  <a:pt x="2290058" y="3696500"/>
                  <a:pt x="2113452" y="3738128"/>
                </a:cubicBezTo>
                <a:cubicBezTo>
                  <a:pt x="1935104" y="3775157"/>
                  <a:pt x="1808834" y="3721847"/>
                  <a:pt x="1686265" y="3738128"/>
                </a:cubicBezTo>
                <a:cubicBezTo>
                  <a:pt x="1563761" y="3755325"/>
                  <a:pt x="1449144" y="3686613"/>
                  <a:pt x="1259078" y="3738128"/>
                </a:cubicBezTo>
                <a:cubicBezTo>
                  <a:pt x="1080715" y="3754071"/>
                  <a:pt x="669617" y="3719345"/>
                  <a:pt x="562088" y="3738128"/>
                </a:cubicBezTo>
                <a:cubicBezTo>
                  <a:pt x="446813" y="3750523"/>
                  <a:pt x="156326" y="3709693"/>
                  <a:pt x="0" y="3738128"/>
                </a:cubicBezTo>
                <a:cubicBezTo>
                  <a:pt x="3757" y="3457101"/>
                  <a:pt x="51780" y="3407247"/>
                  <a:pt x="0" y="3166728"/>
                </a:cubicBezTo>
                <a:cubicBezTo>
                  <a:pt x="-48362" y="2938445"/>
                  <a:pt x="25408" y="2853326"/>
                  <a:pt x="0" y="2557948"/>
                </a:cubicBezTo>
                <a:cubicBezTo>
                  <a:pt x="-25645" y="2252698"/>
                  <a:pt x="56709" y="2163903"/>
                  <a:pt x="0" y="2023929"/>
                </a:cubicBezTo>
                <a:cubicBezTo>
                  <a:pt x="-65914" y="1901466"/>
                  <a:pt x="1067" y="1666822"/>
                  <a:pt x="0" y="1527292"/>
                </a:cubicBezTo>
                <a:cubicBezTo>
                  <a:pt x="-19273" y="1384063"/>
                  <a:pt x="94548" y="1195380"/>
                  <a:pt x="0" y="918511"/>
                </a:cubicBezTo>
                <a:cubicBezTo>
                  <a:pt x="-39836" y="608194"/>
                  <a:pt x="1674" y="580250"/>
                  <a:pt x="0" y="459256"/>
                </a:cubicBezTo>
                <a:cubicBezTo>
                  <a:pt x="-22365" y="358257"/>
                  <a:pt x="17926" y="105850"/>
                  <a:pt x="0" y="0"/>
                </a:cubicBezTo>
                <a:close/>
              </a:path>
              <a:path w="6745061" h="3738128" stroke="0" extrusionOk="0">
                <a:moveTo>
                  <a:pt x="0" y="0"/>
                </a:moveTo>
                <a:cubicBezTo>
                  <a:pt x="139269" y="-46966"/>
                  <a:pt x="440963" y="29062"/>
                  <a:pt x="696990" y="0"/>
                </a:cubicBezTo>
                <a:cubicBezTo>
                  <a:pt x="968009" y="-51487"/>
                  <a:pt x="898907" y="34925"/>
                  <a:pt x="1056726" y="0"/>
                </a:cubicBezTo>
                <a:cubicBezTo>
                  <a:pt x="1239623" y="-46692"/>
                  <a:pt x="1526385" y="51466"/>
                  <a:pt x="1753716" y="0"/>
                </a:cubicBezTo>
                <a:cubicBezTo>
                  <a:pt x="1987765" y="-36362"/>
                  <a:pt x="2054285" y="12954"/>
                  <a:pt x="2180903" y="0"/>
                </a:cubicBezTo>
                <a:cubicBezTo>
                  <a:pt x="2307229" y="-3867"/>
                  <a:pt x="2623781" y="25381"/>
                  <a:pt x="2810442" y="0"/>
                </a:cubicBezTo>
                <a:cubicBezTo>
                  <a:pt x="3061220" y="-59865"/>
                  <a:pt x="3204317" y="89925"/>
                  <a:pt x="3507432" y="0"/>
                </a:cubicBezTo>
                <a:cubicBezTo>
                  <a:pt x="3815146" y="-67178"/>
                  <a:pt x="3863778" y="33198"/>
                  <a:pt x="4069520" y="0"/>
                </a:cubicBezTo>
                <a:cubicBezTo>
                  <a:pt x="4268249" y="-31377"/>
                  <a:pt x="4370564" y="608"/>
                  <a:pt x="4564158" y="0"/>
                </a:cubicBezTo>
                <a:cubicBezTo>
                  <a:pt x="4724160" y="-40473"/>
                  <a:pt x="4955445" y="64729"/>
                  <a:pt x="5058796" y="0"/>
                </a:cubicBezTo>
                <a:cubicBezTo>
                  <a:pt x="5194915" y="-66555"/>
                  <a:pt x="5285757" y="47913"/>
                  <a:pt x="5418532" y="0"/>
                </a:cubicBezTo>
                <a:cubicBezTo>
                  <a:pt x="5606465" y="-21817"/>
                  <a:pt x="5942393" y="-24938"/>
                  <a:pt x="6115522" y="0"/>
                </a:cubicBezTo>
                <a:cubicBezTo>
                  <a:pt x="6185422" y="-11443"/>
                  <a:pt x="6309883" y="1073"/>
                  <a:pt x="6411405" y="0"/>
                </a:cubicBezTo>
                <a:cubicBezTo>
                  <a:pt x="6512927" y="-1073"/>
                  <a:pt x="6581980" y="13174"/>
                  <a:pt x="6745061" y="0"/>
                </a:cubicBezTo>
                <a:cubicBezTo>
                  <a:pt x="6804529" y="111596"/>
                  <a:pt x="6697175" y="393760"/>
                  <a:pt x="6745061" y="534018"/>
                </a:cubicBezTo>
                <a:cubicBezTo>
                  <a:pt x="6811681" y="669138"/>
                  <a:pt x="6708974" y="978691"/>
                  <a:pt x="6745061" y="1105418"/>
                </a:cubicBezTo>
                <a:cubicBezTo>
                  <a:pt x="6806084" y="1243812"/>
                  <a:pt x="6669075" y="1389772"/>
                  <a:pt x="6745061" y="1639436"/>
                </a:cubicBezTo>
                <a:cubicBezTo>
                  <a:pt x="6759145" y="1841929"/>
                  <a:pt x="6691627" y="1920927"/>
                  <a:pt x="6745061" y="2061311"/>
                </a:cubicBezTo>
                <a:cubicBezTo>
                  <a:pt x="6829352" y="2227911"/>
                  <a:pt x="6760932" y="2436050"/>
                  <a:pt x="6745061" y="2595329"/>
                </a:cubicBezTo>
                <a:cubicBezTo>
                  <a:pt x="6798958" y="2735099"/>
                  <a:pt x="6756036" y="2932065"/>
                  <a:pt x="6745061" y="3204110"/>
                </a:cubicBezTo>
                <a:cubicBezTo>
                  <a:pt x="6751011" y="3489918"/>
                  <a:pt x="6688361" y="3541273"/>
                  <a:pt x="6745061" y="3738128"/>
                </a:cubicBezTo>
                <a:cubicBezTo>
                  <a:pt x="6470604" y="3792264"/>
                  <a:pt x="6459227" y="3743301"/>
                  <a:pt x="6182973" y="3738128"/>
                </a:cubicBezTo>
                <a:cubicBezTo>
                  <a:pt x="5907863" y="3730312"/>
                  <a:pt x="5652909" y="3684853"/>
                  <a:pt x="5485983" y="3738128"/>
                </a:cubicBezTo>
                <a:cubicBezTo>
                  <a:pt x="5311346" y="3807315"/>
                  <a:pt x="5223860" y="3728295"/>
                  <a:pt x="5058796" y="3738128"/>
                </a:cubicBezTo>
                <a:cubicBezTo>
                  <a:pt x="4860316" y="3703949"/>
                  <a:pt x="4664793" y="3772484"/>
                  <a:pt x="4496707" y="3738128"/>
                </a:cubicBezTo>
                <a:cubicBezTo>
                  <a:pt x="4288340" y="3751907"/>
                  <a:pt x="4153512" y="3731106"/>
                  <a:pt x="4002070" y="3738128"/>
                </a:cubicBezTo>
                <a:cubicBezTo>
                  <a:pt x="3870921" y="3731054"/>
                  <a:pt x="3744641" y="3718130"/>
                  <a:pt x="3642333" y="3738128"/>
                </a:cubicBezTo>
                <a:cubicBezTo>
                  <a:pt x="3509632" y="3801790"/>
                  <a:pt x="3366605" y="3697191"/>
                  <a:pt x="3147695" y="3738128"/>
                </a:cubicBezTo>
                <a:cubicBezTo>
                  <a:pt x="2920062" y="3770382"/>
                  <a:pt x="2838491" y="3735105"/>
                  <a:pt x="2585607" y="3738128"/>
                </a:cubicBezTo>
                <a:cubicBezTo>
                  <a:pt x="2345612" y="3785075"/>
                  <a:pt x="2197426" y="3721364"/>
                  <a:pt x="1888617" y="3738128"/>
                </a:cubicBezTo>
                <a:cubicBezTo>
                  <a:pt x="1608122" y="3790942"/>
                  <a:pt x="1532783" y="3706805"/>
                  <a:pt x="1259078" y="3738128"/>
                </a:cubicBezTo>
                <a:cubicBezTo>
                  <a:pt x="975379" y="3770490"/>
                  <a:pt x="893918" y="3699256"/>
                  <a:pt x="629539" y="3738128"/>
                </a:cubicBezTo>
                <a:cubicBezTo>
                  <a:pt x="392801" y="3735261"/>
                  <a:pt x="106258" y="3746282"/>
                  <a:pt x="0" y="3738128"/>
                </a:cubicBezTo>
                <a:cubicBezTo>
                  <a:pt x="-60697" y="3503381"/>
                  <a:pt x="86943" y="3266915"/>
                  <a:pt x="0" y="3166728"/>
                </a:cubicBezTo>
                <a:cubicBezTo>
                  <a:pt x="-77191" y="3028432"/>
                  <a:pt x="82106" y="2745932"/>
                  <a:pt x="0" y="2632710"/>
                </a:cubicBezTo>
                <a:cubicBezTo>
                  <a:pt x="-61052" y="2527294"/>
                  <a:pt x="18069" y="2273458"/>
                  <a:pt x="0" y="2136073"/>
                </a:cubicBezTo>
                <a:cubicBezTo>
                  <a:pt x="-17164" y="1973023"/>
                  <a:pt x="48267" y="1752481"/>
                  <a:pt x="0" y="1527292"/>
                </a:cubicBezTo>
                <a:cubicBezTo>
                  <a:pt x="-54813" y="1340524"/>
                  <a:pt x="52719" y="1175840"/>
                  <a:pt x="0" y="1030655"/>
                </a:cubicBezTo>
                <a:cubicBezTo>
                  <a:pt x="-70347" y="775818"/>
                  <a:pt x="172799" y="369279"/>
                  <a:pt x="0" y="0"/>
                </a:cubicBezTo>
                <a:close/>
              </a:path>
              <a:path w="6745061" h="3738128" fill="none" stroke="0" extrusionOk="0">
                <a:moveTo>
                  <a:pt x="0" y="0"/>
                </a:moveTo>
                <a:cubicBezTo>
                  <a:pt x="222420" y="-7434"/>
                  <a:pt x="315502" y="15011"/>
                  <a:pt x="427187" y="0"/>
                </a:cubicBezTo>
                <a:cubicBezTo>
                  <a:pt x="477894" y="-20277"/>
                  <a:pt x="850974" y="49297"/>
                  <a:pt x="989276" y="0"/>
                </a:cubicBezTo>
                <a:cubicBezTo>
                  <a:pt x="1118027" y="-93444"/>
                  <a:pt x="1278479" y="38611"/>
                  <a:pt x="1483913" y="0"/>
                </a:cubicBezTo>
                <a:cubicBezTo>
                  <a:pt x="1682719" y="-25248"/>
                  <a:pt x="1664121" y="28440"/>
                  <a:pt x="1843650" y="0"/>
                </a:cubicBezTo>
                <a:cubicBezTo>
                  <a:pt x="2021493" y="-21455"/>
                  <a:pt x="2175855" y="10985"/>
                  <a:pt x="2270837" y="0"/>
                </a:cubicBezTo>
                <a:cubicBezTo>
                  <a:pt x="2333567" y="-11602"/>
                  <a:pt x="2685325" y="61610"/>
                  <a:pt x="2967827" y="0"/>
                </a:cubicBezTo>
                <a:cubicBezTo>
                  <a:pt x="3227945" y="-77610"/>
                  <a:pt x="3227823" y="3143"/>
                  <a:pt x="3395014" y="0"/>
                </a:cubicBezTo>
                <a:cubicBezTo>
                  <a:pt x="3520013" y="-4129"/>
                  <a:pt x="3929769" y="-34647"/>
                  <a:pt x="4092004" y="0"/>
                </a:cubicBezTo>
                <a:cubicBezTo>
                  <a:pt x="4251907" y="1815"/>
                  <a:pt x="4404111" y="5532"/>
                  <a:pt x="4519191" y="0"/>
                </a:cubicBezTo>
                <a:cubicBezTo>
                  <a:pt x="4676265" y="-9393"/>
                  <a:pt x="5022559" y="2257"/>
                  <a:pt x="5148730" y="0"/>
                </a:cubicBezTo>
                <a:cubicBezTo>
                  <a:pt x="5289039" y="-13448"/>
                  <a:pt x="5492348" y="56282"/>
                  <a:pt x="5643368" y="0"/>
                </a:cubicBezTo>
                <a:cubicBezTo>
                  <a:pt x="5807001" y="-115881"/>
                  <a:pt x="6511964" y="107942"/>
                  <a:pt x="6745061" y="0"/>
                </a:cubicBezTo>
                <a:cubicBezTo>
                  <a:pt x="6754108" y="109597"/>
                  <a:pt x="6694040" y="276609"/>
                  <a:pt x="6745061" y="459256"/>
                </a:cubicBezTo>
                <a:cubicBezTo>
                  <a:pt x="6780639" y="615601"/>
                  <a:pt x="6735414" y="888694"/>
                  <a:pt x="6745061" y="1030655"/>
                </a:cubicBezTo>
                <a:cubicBezTo>
                  <a:pt x="6716317" y="1171671"/>
                  <a:pt x="6702915" y="1342961"/>
                  <a:pt x="6745061" y="1489911"/>
                </a:cubicBezTo>
                <a:cubicBezTo>
                  <a:pt x="6761229" y="1594846"/>
                  <a:pt x="6667464" y="1792828"/>
                  <a:pt x="6745061" y="2023929"/>
                </a:cubicBezTo>
                <a:cubicBezTo>
                  <a:pt x="6786491" y="2211188"/>
                  <a:pt x="6685904" y="2262969"/>
                  <a:pt x="6745061" y="2483185"/>
                </a:cubicBezTo>
                <a:cubicBezTo>
                  <a:pt x="6789565" y="2691678"/>
                  <a:pt x="6702546" y="2704141"/>
                  <a:pt x="6745061" y="2905059"/>
                </a:cubicBezTo>
                <a:cubicBezTo>
                  <a:pt x="6818764" y="3053245"/>
                  <a:pt x="6806511" y="3359138"/>
                  <a:pt x="6745061" y="3738128"/>
                </a:cubicBezTo>
                <a:cubicBezTo>
                  <a:pt x="6555711" y="3797201"/>
                  <a:pt x="6389183" y="3746764"/>
                  <a:pt x="6182973" y="3738128"/>
                </a:cubicBezTo>
                <a:cubicBezTo>
                  <a:pt x="5947424" y="3769590"/>
                  <a:pt x="5933644" y="3722917"/>
                  <a:pt x="5755785" y="3738128"/>
                </a:cubicBezTo>
                <a:cubicBezTo>
                  <a:pt x="5558943" y="3751489"/>
                  <a:pt x="5325412" y="3716633"/>
                  <a:pt x="5193697" y="3738128"/>
                </a:cubicBezTo>
                <a:cubicBezTo>
                  <a:pt x="5057599" y="3737114"/>
                  <a:pt x="4681153" y="3671165"/>
                  <a:pt x="4564158" y="3738128"/>
                </a:cubicBezTo>
                <a:cubicBezTo>
                  <a:pt x="4439109" y="3816174"/>
                  <a:pt x="4192490" y="3748713"/>
                  <a:pt x="3867168" y="3738128"/>
                </a:cubicBezTo>
                <a:cubicBezTo>
                  <a:pt x="3538094" y="3723535"/>
                  <a:pt x="3359343" y="3685337"/>
                  <a:pt x="3170179" y="3738128"/>
                </a:cubicBezTo>
                <a:cubicBezTo>
                  <a:pt x="2996254" y="3759411"/>
                  <a:pt x="2832430" y="3697718"/>
                  <a:pt x="2742991" y="3738128"/>
                </a:cubicBezTo>
                <a:cubicBezTo>
                  <a:pt x="2641749" y="3829426"/>
                  <a:pt x="2298490" y="3697845"/>
                  <a:pt x="2113452" y="3738128"/>
                </a:cubicBezTo>
                <a:cubicBezTo>
                  <a:pt x="1947036" y="3766078"/>
                  <a:pt x="1827414" y="3697915"/>
                  <a:pt x="1686265" y="3738128"/>
                </a:cubicBezTo>
                <a:cubicBezTo>
                  <a:pt x="1570464" y="3764004"/>
                  <a:pt x="1420568" y="3710553"/>
                  <a:pt x="1259078" y="3738128"/>
                </a:cubicBezTo>
                <a:cubicBezTo>
                  <a:pt x="1090357" y="3724439"/>
                  <a:pt x="701990" y="3721101"/>
                  <a:pt x="562088" y="3738128"/>
                </a:cubicBezTo>
                <a:cubicBezTo>
                  <a:pt x="385848" y="3749759"/>
                  <a:pt x="158928" y="3729948"/>
                  <a:pt x="0" y="3738128"/>
                </a:cubicBezTo>
                <a:cubicBezTo>
                  <a:pt x="-6913" y="3443830"/>
                  <a:pt x="18222" y="3405359"/>
                  <a:pt x="0" y="3166728"/>
                </a:cubicBezTo>
                <a:cubicBezTo>
                  <a:pt x="-41181" y="2902654"/>
                  <a:pt x="24723" y="2858286"/>
                  <a:pt x="0" y="2557948"/>
                </a:cubicBezTo>
                <a:cubicBezTo>
                  <a:pt x="-6684" y="2260604"/>
                  <a:pt x="61097" y="2158554"/>
                  <a:pt x="0" y="2023929"/>
                </a:cubicBezTo>
                <a:cubicBezTo>
                  <a:pt x="-60904" y="1901211"/>
                  <a:pt x="55113" y="1700001"/>
                  <a:pt x="0" y="1527292"/>
                </a:cubicBezTo>
                <a:cubicBezTo>
                  <a:pt x="-65777" y="1345522"/>
                  <a:pt x="67225" y="1180564"/>
                  <a:pt x="0" y="918511"/>
                </a:cubicBezTo>
                <a:cubicBezTo>
                  <a:pt x="-58648" y="628346"/>
                  <a:pt x="-3301" y="593414"/>
                  <a:pt x="0" y="459256"/>
                </a:cubicBezTo>
                <a:cubicBezTo>
                  <a:pt x="9154" y="353705"/>
                  <a:pt x="7902" y="137909"/>
                  <a:pt x="0" y="0"/>
                </a:cubicBezTo>
                <a:close/>
              </a:path>
            </a:pathLst>
          </a:custGeom>
          <a:ln w="57150">
            <a:solidFill>
              <a:schemeClr val="tx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392926853">
                  <a:custGeom>
                    <a:avLst/>
                    <a:gdLst>
                      <a:gd name="connsiteX0" fmla="*/ 0 w 6745061"/>
                      <a:gd name="connsiteY0" fmla="*/ 0 h 3738128"/>
                      <a:gd name="connsiteX1" fmla="*/ 427187 w 6745061"/>
                      <a:gd name="connsiteY1" fmla="*/ 0 h 3738128"/>
                      <a:gd name="connsiteX2" fmla="*/ 989276 w 6745061"/>
                      <a:gd name="connsiteY2" fmla="*/ 0 h 3738128"/>
                      <a:gd name="connsiteX3" fmla="*/ 1483913 w 6745061"/>
                      <a:gd name="connsiteY3" fmla="*/ 0 h 3738128"/>
                      <a:gd name="connsiteX4" fmla="*/ 1843650 w 6745061"/>
                      <a:gd name="connsiteY4" fmla="*/ 0 h 3738128"/>
                      <a:gd name="connsiteX5" fmla="*/ 2270837 w 6745061"/>
                      <a:gd name="connsiteY5" fmla="*/ 0 h 3738128"/>
                      <a:gd name="connsiteX6" fmla="*/ 2967827 w 6745061"/>
                      <a:gd name="connsiteY6" fmla="*/ 0 h 3738128"/>
                      <a:gd name="connsiteX7" fmla="*/ 3395014 w 6745061"/>
                      <a:gd name="connsiteY7" fmla="*/ 0 h 3738128"/>
                      <a:gd name="connsiteX8" fmla="*/ 4092004 w 6745061"/>
                      <a:gd name="connsiteY8" fmla="*/ 0 h 3738128"/>
                      <a:gd name="connsiteX9" fmla="*/ 4519191 w 6745061"/>
                      <a:gd name="connsiteY9" fmla="*/ 0 h 3738128"/>
                      <a:gd name="connsiteX10" fmla="*/ 5148730 w 6745061"/>
                      <a:gd name="connsiteY10" fmla="*/ 0 h 3738128"/>
                      <a:gd name="connsiteX11" fmla="*/ 5643368 w 6745061"/>
                      <a:gd name="connsiteY11" fmla="*/ 0 h 3738128"/>
                      <a:gd name="connsiteX12" fmla="*/ 6745061 w 6745061"/>
                      <a:gd name="connsiteY12" fmla="*/ 0 h 3738128"/>
                      <a:gd name="connsiteX13" fmla="*/ 6745061 w 6745061"/>
                      <a:gd name="connsiteY13" fmla="*/ 459256 h 3738128"/>
                      <a:gd name="connsiteX14" fmla="*/ 6745061 w 6745061"/>
                      <a:gd name="connsiteY14" fmla="*/ 1030655 h 3738128"/>
                      <a:gd name="connsiteX15" fmla="*/ 6745061 w 6745061"/>
                      <a:gd name="connsiteY15" fmla="*/ 1489911 h 3738128"/>
                      <a:gd name="connsiteX16" fmla="*/ 6745061 w 6745061"/>
                      <a:gd name="connsiteY16" fmla="*/ 2023929 h 3738128"/>
                      <a:gd name="connsiteX17" fmla="*/ 6745061 w 6745061"/>
                      <a:gd name="connsiteY17" fmla="*/ 2483185 h 3738128"/>
                      <a:gd name="connsiteX18" fmla="*/ 6745061 w 6745061"/>
                      <a:gd name="connsiteY18" fmla="*/ 2905059 h 3738128"/>
                      <a:gd name="connsiteX19" fmla="*/ 6745061 w 6745061"/>
                      <a:gd name="connsiteY19" fmla="*/ 3738128 h 3738128"/>
                      <a:gd name="connsiteX20" fmla="*/ 6182973 w 6745061"/>
                      <a:gd name="connsiteY20" fmla="*/ 3738128 h 3738128"/>
                      <a:gd name="connsiteX21" fmla="*/ 5755785 w 6745061"/>
                      <a:gd name="connsiteY21" fmla="*/ 3738128 h 3738128"/>
                      <a:gd name="connsiteX22" fmla="*/ 5193697 w 6745061"/>
                      <a:gd name="connsiteY22" fmla="*/ 3738128 h 3738128"/>
                      <a:gd name="connsiteX23" fmla="*/ 4564158 w 6745061"/>
                      <a:gd name="connsiteY23" fmla="*/ 3738128 h 3738128"/>
                      <a:gd name="connsiteX24" fmla="*/ 3867168 w 6745061"/>
                      <a:gd name="connsiteY24" fmla="*/ 3738128 h 3738128"/>
                      <a:gd name="connsiteX25" fmla="*/ 3170179 w 6745061"/>
                      <a:gd name="connsiteY25" fmla="*/ 3738128 h 3738128"/>
                      <a:gd name="connsiteX26" fmla="*/ 2742991 w 6745061"/>
                      <a:gd name="connsiteY26" fmla="*/ 3738128 h 3738128"/>
                      <a:gd name="connsiteX27" fmla="*/ 2113452 w 6745061"/>
                      <a:gd name="connsiteY27" fmla="*/ 3738128 h 3738128"/>
                      <a:gd name="connsiteX28" fmla="*/ 1686265 w 6745061"/>
                      <a:gd name="connsiteY28" fmla="*/ 3738128 h 3738128"/>
                      <a:gd name="connsiteX29" fmla="*/ 1259078 w 6745061"/>
                      <a:gd name="connsiteY29" fmla="*/ 3738128 h 3738128"/>
                      <a:gd name="connsiteX30" fmla="*/ 562088 w 6745061"/>
                      <a:gd name="connsiteY30" fmla="*/ 3738128 h 3738128"/>
                      <a:gd name="connsiteX31" fmla="*/ 0 w 6745061"/>
                      <a:gd name="connsiteY31" fmla="*/ 3738128 h 3738128"/>
                      <a:gd name="connsiteX32" fmla="*/ 0 w 6745061"/>
                      <a:gd name="connsiteY32" fmla="*/ 3166728 h 3738128"/>
                      <a:gd name="connsiteX33" fmla="*/ 0 w 6745061"/>
                      <a:gd name="connsiteY33" fmla="*/ 2557948 h 3738128"/>
                      <a:gd name="connsiteX34" fmla="*/ 0 w 6745061"/>
                      <a:gd name="connsiteY34" fmla="*/ 2023929 h 3738128"/>
                      <a:gd name="connsiteX35" fmla="*/ 0 w 6745061"/>
                      <a:gd name="connsiteY35" fmla="*/ 1527292 h 3738128"/>
                      <a:gd name="connsiteX36" fmla="*/ 0 w 6745061"/>
                      <a:gd name="connsiteY36" fmla="*/ 918511 h 3738128"/>
                      <a:gd name="connsiteX37" fmla="*/ 0 w 6745061"/>
                      <a:gd name="connsiteY37" fmla="*/ 459256 h 3738128"/>
                      <a:gd name="connsiteX38" fmla="*/ 0 w 6745061"/>
                      <a:gd name="connsiteY38" fmla="*/ 0 h 37381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6745061" h="3738128" fill="none" extrusionOk="0">
                        <a:moveTo>
                          <a:pt x="0" y="0"/>
                        </a:moveTo>
                        <a:cubicBezTo>
                          <a:pt x="200221" y="-14112"/>
                          <a:pt x="338409" y="22422"/>
                          <a:pt x="427187" y="0"/>
                        </a:cubicBezTo>
                        <a:cubicBezTo>
                          <a:pt x="515965" y="-22422"/>
                          <a:pt x="870770" y="53251"/>
                          <a:pt x="989276" y="0"/>
                        </a:cubicBezTo>
                        <a:cubicBezTo>
                          <a:pt x="1107782" y="-53251"/>
                          <a:pt x="1266422" y="29276"/>
                          <a:pt x="1483913" y="0"/>
                        </a:cubicBezTo>
                        <a:cubicBezTo>
                          <a:pt x="1701404" y="-29276"/>
                          <a:pt x="1666302" y="29690"/>
                          <a:pt x="1843650" y="0"/>
                        </a:cubicBezTo>
                        <a:cubicBezTo>
                          <a:pt x="2020998" y="-29690"/>
                          <a:pt x="2166761" y="27630"/>
                          <a:pt x="2270837" y="0"/>
                        </a:cubicBezTo>
                        <a:cubicBezTo>
                          <a:pt x="2374913" y="-27630"/>
                          <a:pt x="2687716" y="77909"/>
                          <a:pt x="2967827" y="0"/>
                        </a:cubicBezTo>
                        <a:cubicBezTo>
                          <a:pt x="3247938" y="-77909"/>
                          <a:pt x="3234659" y="2902"/>
                          <a:pt x="3395014" y="0"/>
                        </a:cubicBezTo>
                        <a:cubicBezTo>
                          <a:pt x="3555369" y="-2902"/>
                          <a:pt x="3935387" y="8758"/>
                          <a:pt x="4092004" y="0"/>
                        </a:cubicBezTo>
                        <a:cubicBezTo>
                          <a:pt x="4248621" y="-8758"/>
                          <a:pt x="4396589" y="5419"/>
                          <a:pt x="4519191" y="0"/>
                        </a:cubicBezTo>
                        <a:cubicBezTo>
                          <a:pt x="4641793" y="-5419"/>
                          <a:pt x="5020864" y="5392"/>
                          <a:pt x="5148730" y="0"/>
                        </a:cubicBezTo>
                        <a:cubicBezTo>
                          <a:pt x="5276596" y="-5392"/>
                          <a:pt x="5484982" y="53800"/>
                          <a:pt x="5643368" y="0"/>
                        </a:cubicBezTo>
                        <a:cubicBezTo>
                          <a:pt x="5801754" y="-53800"/>
                          <a:pt x="6478031" y="124958"/>
                          <a:pt x="6745061" y="0"/>
                        </a:cubicBezTo>
                        <a:cubicBezTo>
                          <a:pt x="6748014" y="110160"/>
                          <a:pt x="6705747" y="311529"/>
                          <a:pt x="6745061" y="459256"/>
                        </a:cubicBezTo>
                        <a:cubicBezTo>
                          <a:pt x="6784375" y="606983"/>
                          <a:pt x="6739627" y="893744"/>
                          <a:pt x="6745061" y="1030655"/>
                        </a:cubicBezTo>
                        <a:cubicBezTo>
                          <a:pt x="6750495" y="1167566"/>
                          <a:pt x="6722209" y="1341385"/>
                          <a:pt x="6745061" y="1489911"/>
                        </a:cubicBezTo>
                        <a:cubicBezTo>
                          <a:pt x="6767913" y="1638437"/>
                          <a:pt x="6708899" y="1819591"/>
                          <a:pt x="6745061" y="2023929"/>
                        </a:cubicBezTo>
                        <a:cubicBezTo>
                          <a:pt x="6781223" y="2228267"/>
                          <a:pt x="6697877" y="2267938"/>
                          <a:pt x="6745061" y="2483185"/>
                        </a:cubicBezTo>
                        <a:cubicBezTo>
                          <a:pt x="6792245" y="2698432"/>
                          <a:pt x="6699792" y="2705294"/>
                          <a:pt x="6745061" y="2905059"/>
                        </a:cubicBezTo>
                        <a:cubicBezTo>
                          <a:pt x="6790330" y="3104824"/>
                          <a:pt x="6740576" y="3361303"/>
                          <a:pt x="6745061" y="3738128"/>
                        </a:cubicBezTo>
                        <a:cubicBezTo>
                          <a:pt x="6590225" y="3774529"/>
                          <a:pt x="6426795" y="3710021"/>
                          <a:pt x="6182973" y="3738128"/>
                        </a:cubicBezTo>
                        <a:cubicBezTo>
                          <a:pt x="5939151" y="3766235"/>
                          <a:pt x="5933462" y="3721669"/>
                          <a:pt x="5755785" y="3738128"/>
                        </a:cubicBezTo>
                        <a:cubicBezTo>
                          <a:pt x="5578108" y="3754587"/>
                          <a:pt x="5322832" y="3718142"/>
                          <a:pt x="5193697" y="3738128"/>
                        </a:cubicBezTo>
                        <a:cubicBezTo>
                          <a:pt x="5064562" y="3758114"/>
                          <a:pt x="4724292" y="3673830"/>
                          <a:pt x="4564158" y="3738128"/>
                        </a:cubicBezTo>
                        <a:cubicBezTo>
                          <a:pt x="4404024" y="3802426"/>
                          <a:pt x="4165493" y="3737252"/>
                          <a:pt x="3867168" y="3738128"/>
                        </a:cubicBezTo>
                        <a:cubicBezTo>
                          <a:pt x="3568843" y="3739004"/>
                          <a:pt x="3369207" y="3702432"/>
                          <a:pt x="3170179" y="3738128"/>
                        </a:cubicBezTo>
                        <a:cubicBezTo>
                          <a:pt x="2971151" y="3773824"/>
                          <a:pt x="2840097" y="3699632"/>
                          <a:pt x="2742991" y="3738128"/>
                        </a:cubicBezTo>
                        <a:cubicBezTo>
                          <a:pt x="2645885" y="3776624"/>
                          <a:pt x="2295695" y="3692530"/>
                          <a:pt x="2113452" y="3738128"/>
                        </a:cubicBezTo>
                        <a:cubicBezTo>
                          <a:pt x="1931209" y="3783726"/>
                          <a:pt x="1802686" y="3702887"/>
                          <a:pt x="1686265" y="3738128"/>
                        </a:cubicBezTo>
                        <a:cubicBezTo>
                          <a:pt x="1569844" y="3773369"/>
                          <a:pt x="1435827" y="3718036"/>
                          <a:pt x="1259078" y="3738128"/>
                        </a:cubicBezTo>
                        <a:cubicBezTo>
                          <a:pt x="1082329" y="3758220"/>
                          <a:pt x="703263" y="3735434"/>
                          <a:pt x="562088" y="3738128"/>
                        </a:cubicBezTo>
                        <a:cubicBezTo>
                          <a:pt x="420913" y="3740822"/>
                          <a:pt x="156075" y="3727818"/>
                          <a:pt x="0" y="3738128"/>
                        </a:cubicBezTo>
                        <a:cubicBezTo>
                          <a:pt x="-11412" y="3459377"/>
                          <a:pt x="35230" y="3408146"/>
                          <a:pt x="0" y="3166728"/>
                        </a:cubicBezTo>
                        <a:cubicBezTo>
                          <a:pt x="-35230" y="2925310"/>
                          <a:pt x="28097" y="2861527"/>
                          <a:pt x="0" y="2557948"/>
                        </a:cubicBezTo>
                        <a:cubicBezTo>
                          <a:pt x="-28097" y="2254369"/>
                          <a:pt x="56901" y="2159323"/>
                          <a:pt x="0" y="2023929"/>
                        </a:cubicBezTo>
                        <a:cubicBezTo>
                          <a:pt x="-56901" y="1888535"/>
                          <a:pt x="44880" y="1692131"/>
                          <a:pt x="0" y="1527292"/>
                        </a:cubicBezTo>
                        <a:cubicBezTo>
                          <a:pt x="-44880" y="1362453"/>
                          <a:pt x="52163" y="1213524"/>
                          <a:pt x="0" y="918511"/>
                        </a:cubicBezTo>
                        <a:cubicBezTo>
                          <a:pt x="-52163" y="623498"/>
                          <a:pt x="3603" y="579100"/>
                          <a:pt x="0" y="459256"/>
                        </a:cubicBezTo>
                        <a:cubicBezTo>
                          <a:pt x="-3603" y="339412"/>
                          <a:pt x="10381" y="120882"/>
                          <a:pt x="0" y="0"/>
                        </a:cubicBezTo>
                        <a:close/>
                      </a:path>
                      <a:path w="6745061" h="3738128" stroke="0" extrusionOk="0">
                        <a:moveTo>
                          <a:pt x="0" y="0"/>
                        </a:moveTo>
                        <a:cubicBezTo>
                          <a:pt x="145121" y="-53809"/>
                          <a:pt x="435878" y="42709"/>
                          <a:pt x="696990" y="0"/>
                        </a:cubicBezTo>
                        <a:cubicBezTo>
                          <a:pt x="958102" y="-42709"/>
                          <a:pt x="915684" y="37210"/>
                          <a:pt x="1056726" y="0"/>
                        </a:cubicBezTo>
                        <a:cubicBezTo>
                          <a:pt x="1197768" y="-37210"/>
                          <a:pt x="1521656" y="24379"/>
                          <a:pt x="1753716" y="0"/>
                        </a:cubicBezTo>
                        <a:cubicBezTo>
                          <a:pt x="1985776" y="-24379"/>
                          <a:pt x="2073552" y="3044"/>
                          <a:pt x="2180903" y="0"/>
                        </a:cubicBezTo>
                        <a:cubicBezTo>
                          <a:pt x="2288254" y="-3044"/>
                          <a:pt x="2605070" y="33948"/>
                          <a:pt x="2810442" y="0"/>
                        </a:cubicBezTo>
                        <a:cubicBezTo>
                          <a:pt x="3015814" y="-33948"/>
                          <a:pt x="3191234" y="83477"/>
                          <a:pt x="3507432" y="0"/>
                        </a:cubicBezTo>
                        <a:cubicBezTo>
                          <a:pt x="3823630" y="-83477"/>
                          <a:pt x="3863646" y="25618"/>
                          <a:pt x="4069520" y="0"/>
                        </a:cubicBezTo>
                        <a:cubicBezTo>
                          <a:pt x="4275394" y="-25618"/>
                          <a:pt x="4399487" y="16273"/>
                          <a:pt x="4564158" y="0"/>
                        </a:cubicBezTo>
                        <a:cubicBezTo>
                          <a:pt x="4728829" y="-16273"/>
                          <a:pt x="4916952" y="48276"/>
                          <a:pt x="5058796" y="0"/>
                        </a:cubicBezTo>
                        <a:cubicBezTo>
                          <a:pt x="5200640" y="-48276"/>
                          <a:pt x="5284387" y="22050"/>
                          <a:pt x="5418532" y="0"/>
                        </a:cubicBezTo>
                        <a:cubicBezTo>
                          <a:pt x="5552677" y="-22050"/>
                          <a:pt x="5885216" y="1520"/>
                          <a:pt x="6115522" y="0"/>
                        </a:cubicBezTo>
                        <a:cubicBezTo>
                          <a:pt x="6345828" y="-1520"/>
                          <a:pt x="6472970" y="3490"/>
                          <a:pt x="6745061" y="0"/>
                        </a:cubicBezTo>
                        <a:cubicBezTo>
                          <a:pt x="6791438" y="110485"/>
                          <a:pt x="6682636" y="406947"/>
                          <a:pt x="6745061" y="534018"/>
                        </a:cubicBezTo>
                        <a:cubicBezTo>
                          <a:pt x="6807486" y="661089"/>
                          <a:pt x="6693046" y="964023"/>
                          <a:pt x="6745061" y="1105418"/>
                        </a:cubicBezTo>
                        <a:cubicBezTo>
                          <a:pt x="6797076" y="1246813"/>
                          <a:pt x="6713324" y="1418657"/>
                          <a:pt x="6745061" y="1639436"/>
                        </a:cubicBezTo>
                        <a:cubicBezTo>
                          <a:pt x="6776798" y="1860215"/>
                          <a:pt x="6696253" y="1919848"/>
                          <a:pt x="6745061" y="2061311"/>
                        </a:cubicBezTo>
                        <a:cubicBezTo>
                          <a:pt x="6793869" y="2202775"/>
                          <a:pt x="6728833" y="2450204"/>
                          <a:pt x="6745061" y="2595329"/>
                        </a:cubicBezTo>
                        <a:cubicBezTo>
                          <a:pt x="6761289" y="2740454"/>
                          <a:pt x="6739882" y="2915002"/>
                          <a:pt x="6745061" y="3204110"/>
                        </a:cubicBezTo>
                        <a:cubicBezTo>
                          <a:pt x="6750240" y="3493218"/>
                          <a:pt x="6699625" y="3531419"/>
                          <a:pt x="6745061" y="3738128"/>
                        </a:cubicBezTo>
                        <a:cubicBezTo>
                          <a:pt x="6471731" y="3783602"/>
                          <a:pt x="6460748" y="3732513"/>
                          <a:pt x="6182973" y="3738128"/>
                        </a:cubicBezTo>
                        <a:cubicBezTo>
                          <a:pt x="5905198" y="3743743"/>
                          <a:pt x="5669543" y="3658795"/>
                          <a:pt x="5485983" y="3738128"/>
                        </a:cubicBezTo>
                        <a:cubicBezTo>
                          <a:pt x="5302423" y="3817461"/>
                          <a:pt x="5218745" y="3730263"/>
                          <a:pt x="5058796" y="3738128"/>
                        </a:cubicBezTo>
                        <a:cubicBezTo>
                          <a:pt x="4898847" y="3745993"/>
                          <a:pt x="4687665" y="3734660"/>
                          <a:pt x="4496707" y="3738128"/>
                        </a:cubicBezTo>
                        <a:cubicBezTo>
                          <a:pt x="4305749" y="3741596"/>
                          <a:pt x="4156294" y="3735066"/>
                          <a:pt x="4002070" y="3738128"/>
                        </a:cubicBezTo>
                        <a:cubicBezTo>
                          <a:pt x="3847846" y="3741190"/>
                          <a:pt x="3760378" y="3697710"/>
                          <a:pt x="3642333" y="3738128"/>
                        </a:cubicBezTo>
                        <a:cubicBezTo>
                          <a:pt x="3524288" y="3778546"/>
                          <a:pt x="3370092" y="3699193"/>
                          <a:pt x="3147695" y="3738128"/>
                        </a:cubicBezTo>
                        <a:cubicBezTo>
                          <a:pt x="2925298" y="3777063"/>
                          <a:pt x="2818483" y="3719401"/>
                          <a:pt x="2585607" y="3738128"/>
                        </a:cubicBezTo>
                        <a:cubicBezTo>
                          <a:pt x="2352731" y="3756855"/>
                          <a:pt x="2183784" y="3696034"/>
                          <a:pt x="1888617" y="3738128"/>
                        </a:cubicBezTo>
                        <a:cubicBezTo>
                          <a:pt x="1593450" y="3780222"/>
                          <a:pt x="1546752" y="3713975"/>
                          <a:pt x="1259078" y="3738128"/>
                        </a:cubicBezTo>
                        <a:cubicBezTo>
                          <a:pt x="971404" y="3762281"/>
                          <a:pt x="880762" y="3710939"/>
                          <a:pt x="629539" y="3738128"/>
                        </a:cubicBezTo>
                        <a:cubicBezTo>
                          <a:pt x="378316" y="3765317"/>
                          <a:pt x="144499" y="3737226"/>
                          <a:pt x="0" y="3738128"/>
                        </a:cubicBezTo>
                        <a:cubicBezTo>
                          <a:pt x="-32131" y="3476760"/>
                          <a:pt x="62594" y="3285381"/>
                          <a:pt x="0" y="3166728"/>
                        </a:cubicBezTo>
                        <a:cubicBezTo>
                          <a:pt x="-62594" y="3048075"/>
                          <a:pt x="53328" y="2765535"/>
                          <a:pt x="0" y="2632710"/>
                        </a:cubicBezTo>
                        <a:cubicBezTo>
                          <a:pt x="-53328" y="2499885"/>
                          <a:pt x="13811" y="2278574"/>
                          <a:pt x="0" y="2136073"/>
                        </a:cubicBezTo>
                        <a:cubicBezTo>
                          <a:pt x="-13811" y="1993572"/>
                          <a:pt x="68434" y="1708914"/>
                          <a:pt x="0" y="1527292"/>
                        </a:cubicBezTo>
                        <a:cubicBezTo>
                          <a:pt x="-68434" y="1345670"/>
                          <a:pt x="52251" y="1172625"/>
                          <a:pt x="0" y="1030655"/>
                        </a:cubicBezTo>
                        <a:cubicBezTo>
                          <a:pt x="-52251" y="888685"/>
                          <a:pt x="73285" y="41772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543ACD4-B461-C494-E0D2-6ECC0E5DB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83651" y="1848818"/>
            <a:ext cx="6732721" cy="3751882"/>
          </a:xfrm>
          <a:custGeom>
            <a:avLst/>
            <a:gdLst>
              <a:gd name="csX0" fmla="*/ 0 w 6732721"/>
              <a:gd name="csY0" fmla="*/ 0 h 3751882"/>
              <a:gd name="csX1" fmla="*/ 359078 w 6732721"/>
              <a:gd name="csY1" fmla="*/ 0 h 3751882"/>
              <a:gd name="csX2" fmla="*/ 1054793 w 6732721"/>
              <a:gd name="csY2" fmla="*/ 0 h 3751882"/>
              <a:gd name="csX3" fmla="*/ 1481199 w 6732721"/>
              <a:gd name="csY3" fmla="*/ 0 h 3751882"/>
              <a:gd name="csX4" fmla="*/ 1974931 w 6732721"/>
              <a:gd name="csY4" fmla="*/ 0 h 3751882"/>
              <a:gd name="csX5" fmla="*/ 2401337 w 6732721"/>
              <a:gd name="csY5" fmla="*/ 0 h 3751882"/>
              <a:gd name="csX6" fmla="*/ 3097052 w 6732721"/>
              <a:gd name="csY6" fmla="*/ 0 h 3751882"/>
              <a:gd name="csX7" fmla="*/ 3523457 w 6732721"/>
              <a:gd name="csY7" fmla="*/ 0 h 3751882"/>
              <a:gd name="csX8" fmla="*/ 3949863 w 6732721"/>
              <a:gd name="csY8" fmla="*/ 0 h 3751882"/>
              <a:gd name="csX9" fmla="*/ 4645577 w 6732721"/>
              <a:gd name="csY9" fmla="*/ 0 h 3751882"/>
              <a:gd name="csX10" fmla="*/ 5139310 w 6732721"/>
              <a:gd name="csY10" fmla="*/ 0 h 3751882"/>
              <a:gd name="csX11" fmla="*/ 5498389 w 6732721"/>
              <a:gd name="csY11" fmla="*/ 0 h 3751882"/>
              <a:gd name="csX12" fmla="*/ 6059449 w 6732721"/>
              <a:gd name="csY12" fmla="*/ 0 h 3751882"/>
              <a:gd name="csX13" fmla="*/ 6732721 w 6732721"/>
              <a:gd name="csY13" fmla="*/ 0 h 3751882"/>
              <a:gd name="csX14" fmla="*/ 6732721 w 6732721"/>
              <a:gd name="csY14" fmla="*/ 498464 h 3751882"/>
              <a:gd name="csX15" fmla="*/ 6732721 w 6732721"/>
              <a:gd name="csY15" fmla="*/ 1109485 h 3751882"/>
              <a:gd name="csX16" fmla="*/ 6732721 w 6732721"/>
              <a:gd name="csY16" fmla="*/ 1645468 h 3751882"/>
              <a:gd name="csX17" fmla="*/ 6732721 w 6732721"/>
              <a:gd name="csY17" fmla="*/ 2143933 h 3751882"/>
              <a:gd name="csX18" fmla="*/ 6732721 w 6732721"/>
              <a:gd name="csY18" fmla="*/ 2604878 h 3751882"/>
              <a:gd name="csX19" fmla="*/ 6732721 w 6732721"/>
              <a:gd name="csY19" fmla="*/ 3065824 h 3751882"/>
              <a:gd name="csX20" fmla="*/ 6732721 w 6732721"/>
              <a:gd name="csY20" fmla="*/ 3751882 h 3751882"/>
              <a:gd name="csX21" fmla="*/ 6171661 w 6732721"/>
              <a:gd name="csY21" fmla="*/ 3751882 h 3751882"/>
              <a:gd name="csX22" fmla="*/ 5809889 w 6732721"/>
              <a:gd name="csY22" fmla="*/ 3751882 h 3751882"/>
              <a:gd name="csX23" fmla="*/ 5475946 w 6732721"/>
              <a:gd name="csY23" fmla="*/ 3751882 h 3751882"/>
              <a:gd name="csX24" fmla="*/ 4914886 w 6732721"/>
              <a:gd name="csY24" fmla="*/ 3751882 h 3751882"/>
              <a:gd name="csX25" fmla="*/ 4488481 w 6732721"/>
              <a:gd name="csY25" fmla="*/ 3751882 h 3751882"/>
              <a:gd name="csX26" fmla="*/ 3994748 w 6732721"/>
              <a:gd name="csY26" fmla="*/ 3751882 h 3751882"/>
              <a:gd name="csX27" fmla="*/ 3501015 w 6732721"/>
              <a:gd name="csY27" fmla="*/ 3751882 h 3751882"/>
              <a:gd name="csX28" fmla="*/ 3074609 w 6732721"/>
              <a:gd name="csY28" fmla="*/ 3751882 h 3751882"/>
              <a:gd name="csX29" fmla="*/ 2446222 w 6732721"/>
              <a:gd name="csY29" fmla="*/ 3751882 h 3751882"/>
              <a:gd name="csX30" fmla="*/ 1885162 w 6732721"/>
              <a:gd name="csY30" fmla="*/ 3751882 h 3751882"/>
              <a:gd name="csX31" fmla="*/ 1526083 w 6732721"/>
              <a:gd name="csY31" fmla="*/ 3751882 h 3751882"/>
              <a:gd name="csX32" fmla="*/ 897696 w 6732721"/>
              <a:gd name="csY32" fmla="*/ 3751882 h 3751882"/>
              <a:gd name="csX33" fmla="*/ 0 w 6732721"/>
              <a:gd name="csY33" fmla="*/ 3751882 h 3751882"/>
              <a:gd name="csX34" fmla="*/ 0 w 6732721"/>
              <a:gd name="csY34" fmla="*/ 3140861 h 3751882"/>
              <a:gd name="csX35" fmla="*/ 0 w 6732721"/>
              <a:gd name="csY35" fmla="*/ 2567359 h 3751882"/>
              <a:gd name="csX36" fmla="*/ 0 w 6732721"/>
              <a:gd name="csY36" fmla="*/ 2068895 h 3751882"/>
              <a:gd name="csX37" fmla="*/ 0 w 6732721"/>
              <a:gd name="csY37" fmla="*/ 1495393 h 3751882"/>
              <a:gd name="csX38" fmla="*/ 0 w 6732721"/>
              <a:gd name="csY38" fmla="*/ 884372 h 3751882"/>
              <a:gd name="csX39" fmla="*/ 0 w 6732721"/>
              <a:gd name="csY39" fmla="*/ 0 h 3751882"/>
              <a:gd name="csX0" fmla="*/ 0 w 6732721"/>
              <a:gd name="csY0" fmla="*/ 0 h 3751882"/>
              <a:gd name="csX1" fmla="*/ 561060 w 6732721"/>
              <a:gd name="csY1" fmla="*/ 0 h 3751882"/>
              <a:gd name="csX2" fmla="*/ 920139 w 6732721"/>
              <a:gd name="csY2" fmla="*/ 0 h 3751882"/>
              <a:gd name="csX3" fmla="*/ 1481199 w 6732721"/>
              <a:gd name="csY3" fmla="*/ 0 h 3751882"/>
              <a:gd name="csX4" fmla="*/ 2176913 w 6732721"/>
              <a:gd name="csY4" fmla="*/ 0 h 3751882"/>
              <a:gd name="csX5" fmla="*/ 2872628 w 6732721"/>
              <a:gd name="csY5" fmla="*/ 0 h 3751882"/>
              <a:gd name="csX6" fmla="*/ 3366361 w 6732721"/>
              <a:gd name="csY6" fmla="*/ 0 h 3751882"/>
              <a:gd name="csX7" fmla="*/ 3725439 w 6732721"/>
              <a:gd name="csY7" fmla="*/ 0 h 3751882"/>
              <a:gd name="csX8" fmla="*/ 4219172 w 6732721"/>
              <a:gd name="csY8" fmla="*/ 0 h 3751882"/>
              <a:gd name="csX9" fmla="*/ 4847559 w 6732721"/>
              <a:gd name="csY9" fmla="*/ 0 h 3751882"/>
              <a:gd name="csX10" fmla="*/ 5475946 w 6732721"/>
              <a:gd name="csY10" fmla="*/ 0 h 3751882"/>
              <a:gd name="csX11" fmla="*/ 5969679 w 6732721"/>
              <a:gd name="csY11" fmla="*/ 0 h 3751882"/>
              <a:gd name="csX12" fmla="*/ 6732721 w 6732721"/>
              <a:gd name="csY12" fmla="*/ 0 h 3751882"/>
              <a:gd name="csX13" fmla="*/ 6732721 w 6732721"/>
              <a:gd name="csY13" fmla="*/ 573502 h 3751882"/>
              <a:gd name="csX14" fmla="*/ 6732721 w 6732721"/>
              <a:gd name="csY14" fmla="*/ 1184523 h 3751882"/>
              <a:gd name="csX15" fmla="*/ 6732721 w 6732721"/>
              <a:gd name="csY15" fmla="*/ 1607949 h 3751882"/>
              <a:gd name="csX16" fmla="*/ 6732721 w 6732721"/>
              <a:gd name="csY16" fmla="*/ 2031376 h 3751882"/>
              <a:gd name="csX17" fmla="*/ 6732721 w 6732721"/>
              <a:gd name="csY17" fmla="*/ 2529840 h 3751882"/>
              <a:gd name="csX18" fmla="*/ 6732721 w 6732721"/>
              <a:gd name="csY18" fmla="*/ 3028305 h 3751882"/>
              <a:gd name="csX19" fmla="*/ 6732721 w 6732721"/>
              <a:gd name="csY19" fmla="*/ 3751882 h 3751882"/>
              <a:gd name="csX20" fmla="*/ 6104334 w 6732721"/>
              <a:gd name="csY20" fmla="*/ 3751882 h 3751882"/>
              <a:gd name="csX21" fmla="*/ 5408619 w 6732721"/>
              <a:gd name="csY21" fmla="*/ 3751882 h 3751882"/>
              <a:gd name="csX22" fmla="*/ 5049541 w 6732721"/>
              <a:gd name="csY22" fmla="*/ 3751882 h 3751882"/>
              <a:gd name="csX23" fmla="*/ 4623135 w 6732721"/>
              <a:gd name="csY23" fmla="*/ 3751882 h 3751882"/>
              <a:gd name="csX24" fmla="*/ 3994748 w 6732721"/>
              <a:gd name="csY24" fmla="*/ 3751882 h 3751882"/>
              <a:gd name="csX25" fmla="*/ 3501015 w 6732721"/>
              <a:gd name="csY25" fmla="*/ 3751882 h 3751882"/>
              <a:gd name="csX26" fmla="*/ 3007282 w 6732721"/>
              <a:gd name="csY26" fmla="*/ 3751882 h 3751882"/>
              <a:gd name="csX27" fmla="*/ 2648204 w 6732721"/>
              <a:gd name="csY27" fmla="*/ 3751882 h 3751882"/>
              <a:gd name="csX28" fmla="*/ 2019816 w 6732721"/>
              <a:gd name="csY28" fmla="*/ 3751882 h 3751882"/>
              <a:gd name="csX29" fmla="*/ 1593411 w 6732721"/>
              <a:gd name="csY29" fmla="*/ 3751882 h 3751882"/>
              <a:gd name="csX30" fmla="*/ 897696 w 6732721"/>
              <a:gd name="csY30" fmla="*/ 3751882 h 3751882"/>
              <a:gd name="csX31" fmla="*/ 0 w 6732721"/>
              <a:gd name="csY31" fmla="*/ 3751882 h 3751882"/>
              <a:gd name="csX32" fmla="*/ 0 w 6732721"/>
              <a:gd name="csY32" fmla="*/ 3140861 h 3751882"/>
              <a:gd name="csX33" fmla="*/ 0 w 6732721"/>
              <a:gd name="csY33" fmla="*/ 2529840 h 3751882"/>
              <a:gd name="csX34" fmla="*/ 0 w 6732721"/>
              <a:gd name="csY34" fmla="*/ 1956338 h 3751882"/>
              <a:gd name="csX35" fmla="*/ 0 w 6732721"/>
              <a:gd name="csY35" fmla="*/ 1420355 h 3751882"/>
              <a:gd name="csX36" fmla="*/ 0 w 6732721"/>
              <a:gd name="csY36" fmla="*/ 996929 h 3751882"/>
              <a:gd name="csX37" fmla="*/ 0 w 6732721"/>
              <a:gd name="csY37" fmla="*/ 0 h 37518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732721" h="3751882" fill="none" extrusionOk="0">
                <a:moveTo>
                  <a:pt x="0" y="0"/>
                </a:moveTo>
                <a:cubicBezTo>
                  <a:pt x="181991" y="-26260"/>
                  <a:pt x="180759" y="8896"/>
                  <a:pt x="359078" y="0"/>
                </a:cubicBezTo>
                <a:cubicBezTo>
                  <a:pt x="545586" y="-14495"/>
                  <a:pt x="881551" y="33318"/>
                  <a:pt x="1054793" y="0"/>
                </a:cubicBezTo>
                <a:cubicBezTo>
                  <a:pt x="1233213" y="-50494"/>
                  <a:pt x="1393085" y="20796"/>
                  <a:pt x="1481199" y="0"/>
                </a:cubicBezTo>
                <a:cubicBezTo>
                  <a:pt x="1629610" y="-39532"/>
                  <a:pt x="1754944" y="-7054"/>
                  <a:pt x="1974931" y="0"/>
                </a:cubicBezTo>
                <a:cubicBezTo>
                  <a:pt x="2190614" y="4860"/>
                  <a:pt x="2235679" y="21428"/>
                  <a:pt x="2401337" y="0"/>
                </a:cubicBezTo>
                <a:cubicBezTo>
                  <a:pt x="2566438" y="-26335"/>
                  <a:pt x="2936447" y="37276"/>
                  <a:pt x="3097052" y="0"/>
                </a:cubicBezTo>
                <a:cubicBezTo>
                  <a:pt x="3286247" y="-92373"/>
                  <a:pt x="3404614" y="-6834"/>
                  <a:pt x="3523457" y="0"/>
                </a:cubicBezTo>
                <a:cubicBezTo>
                  <a:pt x="3635353" y="-32942"/>
                  <a:pt x="3832538" y="37667"/>
                  <a:pt x="3949863" y="0"/>
                </a:cubicBezTo>
                <a:cubicBezTo>
                  <a:pt x="4101789" y="-97744"/>
                  <a:pt x="4412083" y="60865"/>
                  <a:pt x="4645577" y="0"/>
                </a:cubicBezTo>
                <a:cubicBezTo>
                  <a:pt x="4879427" y="-78523"/>
                  <a:pt x="4897650" y="15933"/>
                  <a:pt x="5139310" y="0"/>
                </a:cubicBezTo>
                <a:cubicBezTo>
                  <a:pt x="5355787" y="-32186"/>
                  <a:pt x="5440443" y="12592"/>
                  <a:pt x="5498389" y="0"/>
                </a:cubicBezTo>
                <a:cubicBezTo>
                  <a:pt x="5569278" y="-29400"/>
                  <a:pt x="5757212" y="30736"/>
                  <a:pt x="6059449" y="0"/>
                </a:cubicBezTo>
                <a:cubicBezTo>
                  <a:pt x="6319668" y="15392"/>
                  <a:pt x="6501872" y="27362"/>
                  <a:pt x="6732721" y="0"/>
                </a:cubicBezTo>
                <a:cubicBezTo>
                  <a:pt x="6767940" y="187710"/>
                  <a:pt x="6705184" y="395129"/>
                  <a:pt x="6732721" y="498464"/>
                </a:cubicBezTo>
                <a:cubicBezTo>
                  <a:pt x="6785510" y="542937"/>
                  <a:pt x="6712152" y="906884"/>
                  <a:pt x="6732721" y="1109485"/>
                </a:cubicBezTo>
                <a:cubicBezTo>
                  <a:pt x="6775438" y="1315752"/>
                  <a:pt x="6677200" y="1461991"/>
                  <a:pt x="6732721" y="1645468"/>
                </a:cubicBezTo>
                <a:cubicBezTo>
                  <a:pt x="6750006" y="1853431"/>
                  <a:pt x="6668733" y="1902059"/>
                  <a:pt x="6732721" y="2143933"/>
                </a:cubicBezTo>
                <a:cubicBezTo>
                  <a:pt x="6784694" y="2372656"/>
                  <a:pt x="6695406" y="2418043"/>
                  <a:pt x="6732721" y="2604878"/>
                </a:cubicBezTo>
                <a:cubicBezTo>
                  <a:pt x="6768723" y="2778006"/>
                  <a:pt x="6711430" y="2847029"/>
                  <a:pt x="6732721" y="3065824"/>
                </a:cubicBezTo>
                <a:cubicBezTo>
                  <a:pt x="6775779" y="3291418"/>
                  <a:pt x="6722515" y="3492662"/>
                  <a:pt x="6732721" y="3751882"/>
                </a:cubicBezTo>
                <a:cubicBezTo>
                  <a:pt x="6514508" y="3771677"/>
                  <a:pt x="6323782" y="3767511"/>
                  <a:pt x="6171661" y="3751882"/>
                </a:cubicBezTo>
                <a:cubicBezTo>
                  <a:pt x="5991894" y="3787533"/>
                  <a:pt x="5917919" y="3735169"/>
                  <a:pt x="5809889" y="3751882"/>
                </a:cubicBezTo>
                <a:cubicBezTo>
                  <a:pt x="5701859" y="3768595"/>
                  <a:pt x="5568816" y="3724224"/>
                  <a:pt x="5475946" y="3751882"/>
                </a:cubicBezTo>
                <a:cubicBezTo>
                  <a:pt x="5336054" y="3726552"/>
                  <a:pt x="5060621" y="3728988"/>
                  <a:pt x="4914886" y="3751882"/>
                </a:cubicBezTo>
                <a:cubicBezTo>
                  <a:pt x="4760117" y="3797073"/>
                  <a:pt x="4578577" y="3730436"/>
                  <a:pt x="4488481" y="3751882"/>
                </a:cubicBezTo>
                <a:cubicBezTo>
                  <a:pt x="4403115" y="3783460"/>
                  <a:pt x="4154829" y="3696161"/>
                  <a:pt x="3994748" y="3751882"/>
                </a:cubicBezTo>
                <a:cubicBezTo>
                  <a:pt x="3816870" y="3781381"/>
                  <a:pt x="3709041" y="3716199"/>
                  <a:pt x="3501015" y="3751882"/>
                </a:cubicBezTo>
                <a:cubicBezTo>
                  <a:pt x="3279985" y="3767680"/>
                  <a:pt x="3247777" y="3749261"/>
                  <a:pt x="3074609" y="3751882"/>
                </a:cubicBezTo>
                <a:cubicBezTo>
                  <a:pt x="2905120" y="3732681"/>
                  <a:pt x="2619998" y="3707723"/>
                  <a:pt x="2446222" y="3751882"/>
                </a:cubicBezTo>
                <a:cubicBezTo>
                  <a:pt x="2305438" y="3794964"/>
                  <a:pt x="1992414" y="3731881"/>
                  <a:pt x="1885162" y="3751882"/>
                </a:cubicBezTo>
                <a:cubicBezTo>
                  <a:pt x="1754553" y="3766322"/>
                  <a:pt x="1592530" y="3718305"/>
                  <a:pt x="1526083" y="3751882"/>
                </a:cubicBezTo>
                <a:cubicBezTo>
                  <a:pt x="1445116" y="3804597"/>
                  <a:pt x="1089379" y="3744418"/>
                  <a:pt x="897696" y="3751882"/>
                </a:cubicBezTo>
                <a:cubicBezTo>
                  <a:pt x="659744" y="3781678"/>
                  <a:pt x="479799" y="3747675"/>
                  <a:pt x="0" y="3751882"/>
                </a:cubicBezTo>
                <a:cubicBezTo>
                  <a:pt x="-86594" y="3564267"/>
                  <a:pt x="21972" y="3434890"/>
                  <a:pt x="0" y="3140861"/>
                </a:cubicBezTo>
                <a:cubicBezTo>
                  <a:pt x="-26247" y="2841197"/>
                  <a:pt x="47371" y="2841929"/>
                  <a:pt x="0" y="2567359"/>
                </a:cubicBezTo>
                <a:cubicBezTo>
                  <a:pt x="-34609" y="2302158"/>
                  <a:pt x="26986" y="2196100"/>
                  <a:pt x="0" y="2068895"/>
                </a:cubicBezTo>
                <a:cubicBezTo>
                  <a:pt x="-34835" y="1919592"/>
                  <a:pt x="59348" y="1776838"/>
                  <a:pt x="0" y="1495393"/>
                </a:cubicBezTo>
                <a:cubicBezTo>
                  <a:pt x="-19302" y="1207903"/>
                  <a:pt x="44570" y="1123625"/>
                  <a:pt x="0" y="884372"/>
                </a:cubicBezTo>
                <a:cubicBezTo>
                  <a:pt x="2289" y="646024"/>
                  <a:pt x="42996" y="205008"/>
                  <a:pt x="0" y="0"/>
                </a:cubicBezTo>
                <a:close/>
              </a:path>
              <a:path w="6732721" h="3751882" stroke="0" extrusionOk="0">
                <a:moveTo>
                  <a:pt x="0" y="0"/>
                </a:moveTo>
                <a:cubicBezTo>
                  <a:pt x="240969" y="-20054"/>
                  <a:pt x="294734" y="9788"/>
                  <a:pt x="561060" y="0"/>
                </a:cubicBezTo>
                <a:cubicBezTo>
                  <a:pt x="830743" y="-22306"/>
                  <a:pt x="736123" y="11483"/>
                  <a:pt x="920139" y="0"/>
                </a:cubicBezTo>
                <a:cubicBezTo>
                  <a:pt x="1082385" y="-2310"/>
                  <a:pt x="1326242" y="10258"/>
                  <a:pt x="1481199" y="0"/>
                </a:cubicBezTo>
                <a:cubicBezTo>
                  <a:pt x="1723953" y="-6024"/>
                  <a:pt x="1878985" y="62951"/>
                  <a:pt x="2176913" y="0"/>
                </a:cubicBezTo>
                <a:cubicBezTo>
                  <a:pt x="2449799" y="-98664"/>
                  <a:pt x="2592009" y="11807"/>
                  <a:pt x="2872628" y="0"/>
                </a:cubicBezTo>
                <a:cubicBezTo>
                  <a:pt x="3095853" y="7283"/>
                  <a:pt x="3243343" y="66428"/>
                  <a:pt x="3366361" y="0"/>
                </a:cubicBezTo>
                <a:cubicBezTo>
                  <a:pt x="3504985" y="-37726"/>
                  <a:pt x="3630003" y="6713"/>
                  <a:pt x="3725439" y="0"/>
                </a:cubicBezTo>
                <a:cubicBezTo>
                  <a:pt x="3862435" y="-13821"/>
                  <a:pt x="3995447" y="57948"/>
                  <a:pt x="4219172" y="0"/>
                </a:cubicBezTo>
                <a:cubicBezTo>
                  <a:pt x="4396857" y="-38978"/>
                  <a:pt x="4614131" y="41212"/>
                  <a:pt x="4847559" y="0"/>
                </a:cubicBezTo>
                <a:cubicBezTo>
                  <a:pt x="5120940" y="-60354"/>
                  <a:pt x="5276895" y="48386"/>
                  <a:pt x="5475946" y="0"/>
                </a:cubicBezTo>
                <a:cubicBezTo>
                  <a:pt x="5678347" y="-23629"/>
                  <a:pt x="5781839" y="4973"/>
                  <a:pt x="5969679" y="0"/>
                </a:cubicBezTo>
                <a:cubicBezTo>
                  <a:pt x="6173068" y="-69834"/>
                  <a:pt x="6535025" y="42288"/>
                  <a:pt x="6732721" y="0"/>
                </a:cubicBezTo>
                <a:cubicBezTo>
                  <a:pt x="6751170" y="240513"/>
                  <a:pt x="6675074" y="303156"/>
                  <a:pt x="6732721" y="573502"/>
                </a:cubicBezTo>
                <a:cubicBezTo>
                  <a:pt x="6782653" y="815065"/>
                  <a:pt x="6701197" y="1017511"/>
                  <a:pt x="6732721" y="1184523"/>
                </a:cubicBezTo>
                <a:cubicBezTo>
                  <a:pt x="6743722" y="1327330"/>
                  <a:pt x="6702825" y="1482911"/>
                  <a:pt x="6732721" y="1607949"/>
                </a:cubicBezTo>
                <a:cubicBezTo>
                  <a:pt x="6768613" y="1759895"/>
                  <a:pt x="6685925" y="1821153"/>
                  <a:pt x="6732721" y="2031376"/>
                </a:cubicBezTo>
                <a:cubicBezTo>
                  <a:pt x="6761402" y="2238485"/>
                  <a:pt x="6674699" y="2431680"/>
                  <a:pt x="6732721" y="2529840"/>
                </a:cubicBezTo>
                <a:cubicBezTo>
                  <a:pt x="6728573" y="2649075"/>
                  <a:pt x="6698103" y="2855079"/>
                  <a:pt x="6732721" y="3028305"/>
                </a:cubicBezTo>
                <a:cubicBezTo>
                  <a:pt x="6786078" y="3246253"/>
                  <a:pt x="6654370" y="3452308"/>
                  <a:pt x="6732721" y="3751882"/>
                </a:cubicBezTo>
                <a:cubicBezTo>
                  <a:pt x="6579210" y="3803819"/>
                  <a:pt x="6355392" y="3739871"/>
                  <a:pt x="6104334" y="3751882"/>
                </a:cubicBezTo>
                <a:cubicBezTo>
                  <a:pt x="5855461" y="3729181"/>
                  <a:pt x="5664308" y="3665177"/>
                  <a:pt x="5408619" y="3751882"/>
                </a:cubicBezTo>
                <a:cubicBezTo>
                  <a:pt x="5156509" y="3799264"/>
                  <a:pt x="5186262" y="3751059"/>
                  <a:pt x="5049541" y="3751882"/>
                </a:cubicBezTo>
                <a:cubicBezTo>
                  <a:pt x="4894668" y="3742555"/>
                  <a:pt x="4717119" y="3746418"/>
                  <a:pt x="4623135" y="3751882"/>
                </a:cubicBezTo>
                <a:cubicBezTo>
                  <a:pt x="4514207" y="3808183"/>
                  <a:pt x="4186045" y="3743112"/>
                  <a:pt x="3994748" y="3751882"/>
                </a:cubicBezTo>
                <a:cubicBezTo>
                  <a:pt x="3745257" y="3832356"/>
                  <a:pt x="3723544" y="3694842"/>
                  <a:pt x="3501015" y="3751882"/>
                </a:cubicBezTo>
                <a:cubicBezTo>
                  <a:pt x="3296708" y="3827611"/>
                  <a:pt x="3223656" y="3743079"/>
                  <a:pt x="3007282" y="3751882"/>
                </a:cubicBezTo>
                <a:cubicBezTo>
                  <a:pt x="2775192" y="3791228"/>
                  <a:pt x="2809010" y="3707989"/>
                  <a:pt x="2648204" y="3751882"/>
                </a:cubicBezTo>
                <a:cubicBezTo>
                  <a:pt x="2467548" y="3781871"/>
                  <a:pt x="2186126" y="3698248"/>
                  <a:pt x="2019816" y="3751882"/>
                </a:cubicBezTo>
                <a:cubicBezTo>
                  <a:pt x="1867251" y="3763638"/>
                  <a:pt x="1763123" y="3757209"/>
                  <a:pt x="1593411" y="3751882"/>
                </a:cubicBezTo>
                <a:cubicBezTo>
                  <a:pt x="1485085" y="3738276"/>
                  <a:pt x="1192162" y="3676949"/>
                  <a:pt x="897696" y="3751882"/>
                </a:cubicBezTo>
                <a:cubicBezTo>
                  <a:pt x="573742" y="3784247"/>
                  <a:pt x="427475" y="3695341"/>
                  <a:pt x="0" y="3751882"/>
                </a:cubicBezTo>
                <a:cubicBezTo>
                  <a:pt x="-42334" y="3475615"/>
                  <a:pt x="27950" y="3361283"/>
                  <a:pt x="0" y="3140861"/>
                </a:cubicBezTo>
                <a:cubicBezTo>
                  <a:pt x="-22436" y="2911024"/>
                  <a:pt x="59783" y="2719350"/>
                  <a:pt x="0" y="2529840"/>
                </a:cubicBezTo>
                <a:cubicBezTo>
                  <a:pt x="-50186" y="2342595"/>
                  <a:pt x="36849" y="2069349"/>
                  <a:pt x="0" y="1956338"/>
                </a:cubicBezTo>
                <a:cubicBezTo>
                  <a:pt x="435" y="1772977"/>
                  <a:pt x="-4708" y="1615194"/>
                  <a:pt x="0" y="1420355"/>
                </a:cubicBezTo>
                <a:cubicBezTo>
                  <a:pt x="13695" y="1213622"/>
                  <a:pt x="27186" y="1112360"/>
                  <a:pt x="0" y="996929"/>
                </a:cubicBezTo>
                <a:cubicBezTo>
                  <a:pt x="-57716" y="936562"/>
                  <a:pt x="81237" y="533781"/>
                  <a:pt x="0" y="0"/>
                </a:cubicBezTo>
                <a:close/>
              </a:path>
              <a:path w="6732721" h="3751882" fill="none" stroke="0" extrusionOk="0">
                <a:moveTo>
                  <a:pt x="0" y="0"/>
                </a:moveTo>
                <a:cubicBezTo>
                  <a:pt x="171849" y="-27735"/>
                  <a:pt x="187642" y="-2386"/>
                  <a:pt x="359078" y="0"/>
                </a:cubicBezTo>
                <a:cubicBezTo>
                  <a:pt x="537652" y="1028"/>
                  <a:pt x="874743" y="30312"/>
                  <a:pt x="1054793" y="0"/>
                </a:cubicBezTo>
                <a:cubicBezTo>
                  <a:pt x="1224653" y="-5892"/>
                  <a:pt x="1389382" y="23755"/>
                  <a:pt x="1481199" y="0"/>
                </a:cubicBezTo>
                <a:cubicBezTo>
                  <a:pt x="1619854" y="-16075"/>
                  <a:pt x="1772762" y="-23237"/>
                  <a:pt x="1974931" y="0"/>
                </a:cubicBezTo>
                <a:cubicBezTo>
                  <a:pt x="2178748" y="-14165"/>
                  <a:pt x="2234295" y="16376"/>
                  <a:pt x="2401337" y="0"/>
                </a:cubicBezTo>
                <a:cubicBezTo>
                  <a:pt x="2527582" y="-58761"/>
                  <a:pt x="2954994" y="75462"/>
                  <a:pt x="3097052" y="0"/>
                </a:cubicBezTo>
                <a:cubicBezTo>
                  <a:pt x="3268409" y="-70803"/>
                  <a:pt x="3431680" y="32843"/>
                  <a:pt x="3523457" y="0"/>
                </a:cubicBezTo>
                <a:cubicBezTo>
                  <a:pt x="3634662" y="-63367"/>
                  <a:pt x="3835064" y="43680"/>
                  <a:pt x="3949863" y="0"/>
                </a:cubicBezTo>
                <a:cubicBezTo>
                  <a:pt x="4108924" y="-40550"/>
                  <a:pt x="4417387" y="53612"/>
                  <a:pt x="4645577" y="0"/>
                </a:cubicBezTo>
                <a:cubicBezTo>
                  <a:pt x="4899724" y="-66581"/>
                  <a:pt x="4918838" y="26174"/>
                  <a:pt x="5139310" y="0"/>
                </a:cubicBezTo>
                <a:cubicBezTo>
                  <a:pt x="5382180" y="-40063"/>
                  <a:pt x="5420718" y="42736"/>
                  <a:pt x="5498389" y="0"/>
                </a:cubicBezTo>
                <a:cubicBezTo>
                  <a:pt x="5543104" y="-30109"/>
                  <a:pt x="5795289" y="64901"/>
                  <a:pt x="6059449" y="0"/>
                </a:cubicBezTo>
                <a:cubicBezTo>
                  <a:pt x="6360945" y="-25888"/>
                  <a:pt x="6521536" y="-29886"/>
                  <a:pt x="6732721" y="0"/>
                </a:cubicBezTo>
                <a:cubicBezTo>
                  <a:pt x="6746639" y="158193"/>
                  <a:pt x="6686030" y="398413"/>
                  <a:pt x="6732721" y="498464"/>
                </a:cubicBezTo>
                <a:cubicBezTo>
                  <a:pt x="6732419" y="563143"/>
                  <a:pt x="6675726" y="863774"/>
                  <a:pt x="6732721" y="1109485"/>
                </a:cubicBezTo>
                <a:cubicBezTo>
                  <a:pt x="6731223" y="1346356"/>
                  <a:pt x="6687580" y="1470101"/>
                  <a:pt x="6732721" y="1645468"/>
                </a:cubicBezTo>
                <a:cubicBezTo>
                  <a:pt x="6782058" y="1843620"/>
                  <a:pt x="6673159" y="1889448"/>
                  <a:pt x="6732721" y="2143933"/>
                </a:cubicBezTo>
                <a:cubicBezTo>
                  <a:pt x="6776893" y="2383377"/>
                  <a:pt x="6708017" y="2433198"/>
                  <a:pt x="6732721" y="2604878"/>
                </a:cubicBezTo>
                <a:cubicBezTo>
                  <a:pt x="6762876" y="2782604"/>
                  <a:pt x="6708704" y="2821176"/>
                  <a:pt x="6732721" y="3065824"/>
                </a:cubicBezTo>
                <a:cubicBezTo>
                  <a:pt x="6779427" y="3321717"/>
                  <a:pt x="6744494" y="3436973"/>
                  <a:pt x="6732721" y="3751882"/>
                </a:cubicBezTo>
                <a:cubicBezTo>
                  <a:pt x="6576277" y="3807300"/>
                  <a:pt x="6304856" y="3749693"/>
                  <a:pt x="6171661" y="3751882"/>
                </a:cubicBezTo>
                <a:cubicBezTo>
                  <a:pt x="6052687" y="3762115"/>
                  <a:pt x="5998902" y="3744616"/>
                  <a:pt x="5844675" y="3751882"/>
                </a:cubicBezTo>
                <a:cubicBezTo>
                  <a:pt x="5690448" y="3759148"/>
                  <a:pt x="5644001" y="3718230"/>
                  <a:pt x="5475946" y="3751882"/>
                </a:cubicBezTo>
                <a:cubicBezTo>
                  <a:pt x="5357244" y="3761323"/>
                  <a:pt x="5056860" y="3738958"/>
                  <a:pt x="4914886" y="3751882"/>
                </a:cubicBezTo>
                <a:cubicBezTo>
                  <a:pt x="4788586" y="3774189"/>
                  <a:pt x="4603367" y="3720159"/>
                  <a:pt x="4488481" y="3751882"/>
                </a:cubicBezTo>
                <a:cubicBezTo>
                  <a:pt x="4383808" y="3789493"/>
                  <a:pt x="4184381" y="3705106"/>
                  <a:pt x="3994748" y="3751882"/>
                </a:cubicBezTo>
                <a:cubicBezTo>
                  <a:pt x="3792264" y="3811450"/>
                  <a:pt x="3722288" y="3713817"/>
                  <a:pt x="3501015" y="3751882"/>
                </a:cubicBezTo>
                <a:cubicBezTo>
                  <a:pt x="3281701" y="3767827"/>
                  <a:pt x="3254761" y="3751084"/>
                  <a:pt x="3074609" y="3751882"/>
                </a:cubicBezTo>
                <a:cubicBezTo>
                  <a:pt x="2883273" y="3754879"/>
                  <a:pt x="2602848" y="3689294"/>
                  <a:pt x="2446222" y="3751882"/>
                </a:cubicBezTo>
                <a:cubicBezTo>
                  <a:pt x="2242923" y="3792195"/>
                  <a:pt x="2016018" y="3712400"/>
                  <a:pt x="1885162" y="3751882"/>
                </a:cubicBezTo>
                <a:cubicBezTo>
                  <a:pt x="1752568" y="3794197"/>
                  <a:pt x="1622088" y="3712086"/>
                  <a:pt x="1526083" y="3751882"/>
                </a:cubicBezTo>
                <a:cubicBezTo>
                  <a:pt x="1438118" y="3789045"/>
                  <a:pt x="1059471" y="3729257"/>
                  <a:pt x="897696" y="3751882"/>
                </a:cubicBezTo>
                <a:cubicBezTo>
                  <a:pt x="839466" y="3765796"/>
                  <a:pt x="468431" y="3665351"/>
                  <a:pt x="0" y="3751882"/>
                </a:cubicBezTo>
                <a:cubicBezTo>
                  <a:pt x="-79184" y="3617313"/>
                  <a:pt x="19361" y="3439398"/>
                  <a:pt x="0" y="3140861"/>
                </a:cubicBezTo>
                <a:cubicBezTo>
                  <a:pt x="-12609" y="2835593"/>
                  <a:pt x="36024" y="2843484"/>
                  <a:pt x="0" y="2567359"/>
                </a:cubicBezTo>
                <a:cubicBezTo>
                  <a:pt x="-31468" y="2282400"/>
                  <a:pt x="24169" y="2169283"/>
                  <a:pt x="0" y="2068895"/>
                </a:cubicBezTo>
                <a:cubicBezTo>
                  <a:pt x="-10570" y="1977155"/>
                  <a:pt x="11066" y="1764212"/>
                  <a:pt x="0" y="1495393"/>
                </a:cubicBezTo>
                <a:cubicBezTo>
                  <a:pt x="-31639" y="1215167"/>
                  <a:pt x="45233" y="1115160"/>
                  <a:pt x="0" y="884372"/>
                </a:cubicBezTo>
                <a:cubicBezTo>
                  <a:pt x="-43807" y="631457"/>
                  <a:pt x="71667" y="249095"/>
                  <a:pt x="0" y="0"/>
                </a:cubicBezTo>
                <a:close/>
              </a:path>
            </a:pathLst>
          </a:custGeom>
          <a:ln w="57150">
            <a:solidFill>
              <a:schemeClr val="tx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49387">
                  <a:custGeom>
                    <a:avLst/>
                    <a:gdLst>
                      <a:gd name="connsiteX0" fmla="*/ 0 w 6732721"/>
                      <a:gd name="connsiteY0" fmla="*/ 0 h 3751882"/>
                      <a:gd name="connsiteX1" fmla="*/ 359078 w 6732721"/>
                      <a:gd name="connsiteY1" fmla="*/ 0 h 3751882"/>
                      <a:gd name="connsiteX2" fmla="*/ 1054793 w 6732721"/>
                      <a:gd name="connsiteY2" fmla="*/ 0 h 3751882"/>
                      <a:gd name="connsiteX3" fmla="*/ 1481199 w 6732721"/>
                      <a:gd name="connsiteY3" fmla="*/ 0 h 3751882"/>
                      <a:gd name="connsiteX4" fmla="*/ 1974931 w 6732721"/>
                      <a:gd name="connsiteY4" fmla="*/ 0 h 3751882"/>
                      <a:gd name="connsiteX5" fmla="*/ 2401337 w 6732721"/>
                      <a:gd name="connsiteY5" fmla="*/ 0 h 3751882"/>
                      <a:gd name="connsiteX6" fmla="*/ 3097052 w 6732721"/>
                      <a:gd name="connsiteY6" fmla="*/ 0 h 3751882"/>
                      <a:gd name="connsiteX7" fmla="*/ 3523457 w 6732721"/>
                      <a:gd name="connsiteY7" fmla="*/ 0 h 3751882"/>
                      <a:gd name="connsiteX8" fmla="*/ 3949863 w 6732721"/>
                      <a:gd name="connsiteY8" fmla="*/ 0 h 3751882"/>
                      <a:gd name="connsiteX9" fmla="*/ 4645577 w 6732721"/>
                      <a:gd name="connsiteY9" fmla="*/ 0 h 3751882"/>
                      <a:gd name="connsiteX10" fmla="*/ 5139310 w 6732721"/>
                      <a:gd name="connsiteY10" fmla="*/ 0 h 3751882"/>
                      <a:gd name="connsiteX11" fmla="*/ 5498389 w 6732721"/>
                      <a:gd name="connsiteY11" fmla="*/ 0 h 3751882"/>
                      <a:gd name="connsiteX12" fmla="*/ 6059449 w 6732721"/>
                      <a:gd name="connsiteY12" fmla="*/ 0 h 3751882"/>
                      <a:gd name="connsiteX13" fmla="*/ 6732721 w 6732721"/>
                      <a:gd name="connsiteY13" fmla="*/ 0 h 3751882"/>
                      <a:gd name="connsiteX14" fmla="*/ 6732721 w 6732721"/>
                      <a:gd name="connsiteY14" fmla="*/ 498464 h 3751882"/>
                      <a:gd name="connsiteX15" fmla="*/ 6732721 w 6732721"/>
                      <a:gd name="connsiteY15" fmla="*/ 1109485 h 3751882"/>
                      <a:gd name="connsiteX16" fmla="*/ 6732721 w 6732721"/>
                      <a:gd name="connsiteY16" fmla="*/ 1645468 h 3751882"/>
                      <a:gd name="connsiteX17" fmla="*/ 6732721 w 6732721"/>
                      <a:gd name="connsiteY17" fmla="*/ 2143933 h 3751882"/>
                      <a:gd name="connsiteX18" fmla="*/ 6732721 w 6732721"/>
                      <a:gd name="connsiteY18" fmla="*/ 2604878 h 3751882"/>
                      <a:gd name="connsiteX19" fmla="*/ 6732721 w 6732721"/>
                      <a:gd name="connsiteY19" fmla="*/ 3065824 h 3751882"/>
                      <a:gd name="connsiteX20" fmla="*/ 6732721 w 6732721"/>
                      <a:gd name="connsiteY20" fmla="*/ 3751882 h 3751882"/>
                      <a:gd name="connsiteX21" fmla="*/ 6171661 w 6732721"/>
                      <a:gd name="connsiteY21" fmla="*/ 3751882 h 3751882"/>
                      <a:gd name="connsiteX22" fmla="*/ 5475946 w 6732721"/>
                      <a:gd name="connsiteY22" fmla="*/ 3751882 h 3751882"/>
                      <a:gd name="connsiteX23" fmla="*/ 4914886 w 6732721"/>
                      <a:gd name="connsiteY23" fmla="*/ 3751882 h 3751882"/>
                      <a:gd name="connsiteX24" fmla="*/ 4488481 w 6732721"/>
                      <a:gd name="connsiteY24" fmla="*/ 3751882 h 3751882"/>
                      <a:gd name="connsiteX25" fmla="*/ 3994748 w 6732721"/>
                      <a:gd name="connsiteY25" fmla="*/ 3751882 h 3751882"/>
                      <a:gd name="connsiteX26" fmla="*/ 3501015 w 6732721"/>
                      <a:gd name="connsiteY26" fmla="*/ 3751882 h 3751882"/>
                      <a:gd name="connsiteX27" fmla="*/ 3074609 w 6732721"/>
                      <a:gd name="connsiteY27" fmla="*/ 3751882 h 3751882"/>
                      <a:gd name="connsiteX28" fmla="*/ 2446222 w 6732721"/>
                      <a:gd name="connsiteY28" fmla="*/ 3751882 h 3751882"/>
                      <a:gd name="connsiteX29" fmla="*/ 1885162 w 6732721"/>
                      <a:gd name="connsiteY29" fmla="*/ 3751882 h 3751882"/>
                      <a:gd name="connsiteX30" fmla="*/ 1526083 w 6732721"/>
                      <a:gd name="connsiteY30" fmla="*/ 3751882 h 3751882"/>
                      <a:gd name="connsiteX31" fmla="*/ 897696 w 6732721"/>
                      <a:gd name="connsiteY31" fmla="*/ 3751882 h 3751882"/>
                      <a:gd name="connsiteX32" fmla="*/ 0 w 6732721"/>
                      <a:gd name="connsiteY32" fmla="*/ 3751882 h 3751882"/>
                      <a:gd name="connsiteX33" fmla="*/ 0 w 6732721"/>
                      <a:gd name="connsiteY33" fmla="*/ 3140861 h 3751882"/>
                      <a:gd name="connsiteX34" fmla="*/ 0 w 6732721"/>
                      <a:gd name="connsiteY34" fmla="*/ 2567359 h 3751882"/>
                      <a:gd name="connsiteX35" fmla="*/ 0 w 6732721"/>
                      <a:gd name="connsiteY35" fmla="*/ 2068895 h 3751882"/>
                      <a:gd name="connsiteX36" fmla="*/ 0 w 6732721"/>
                      <a:gd name="connsiteY36" fmla="*/ 1495393 h 3751882"/>
                      <a:gd name="connsiteX37" fmla="*/ 0 w 6732721"/>
                      <a:gd name="connsiteY37" fmla="*/ 884372 h 3751882"/>
                      <a:gd name="connsiteX38" fmla="*/ 0 w 6732721"/>
                      <a:gd name="connsiteY38" fmla="*/ 0 h 3751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6732721" h="3751882" fill="none" extrusionOk="0">
                        <a:moveTo>
                          <a:pt x="0" y="0"/>
                        </a:moveTo>
                        <a:cubicBezTo>
                          <a:pt x="176888" y="-22129"/>
                          <a:pt x="182416" y="2940"/>
                          <a:pt x="359078" y="0"/>
                        </a:cubicBezTo>
                        <a:cubicBezTo>
                          <a:pt x="535740" y="-2940"/>
                          <a:pt x="885639" y="32824"/>
                          <a:pt x="1054793" y="0"/>
                        </a:cubicBezTo>
                        <a:cubicBezTo>
                          <a:pt x="1223948" y="-32824"/>
                          <a:pt x="1360400" y="36322"/>
                          <a:pt x="1481199" y="0"/>
                        </a:cubicBezTo>
                        <a:cubicBezTo>
                          <a:pt x="1601998" y="-36322"/>
                          <a:pt x="1762477" y="3167"/>
                          <a:pt x="1974931" y="0"/>
                        </a:cubicBezTo>
                        <a:cubicBezTo>
                          <a:pt x="2187385" y="-3167"/>
                          <a:pt x="2232568" y="32128"/>
                          <a:pt x="2401337" y="0"/>
                        </a:cubicBezTo>
                        <a:cubicBezTo>
                          <a:pt x="2570106" y="-32128"/>
                          <a:pt x="2923374" y="67099"/>
                          <a:pt x="3097052" y="0"/>
                        </a:cubicBezTo>
                        <a:cubicBezTo>
                          <a:pt x="3270731" y="-67099"/>
                          <a:pt x="3392681" y="31238"/>
                          <a:pt x="3523457" y="0"/>
                        </a:cubicBezTo>
                        <a:cubicBezTo>
                          <a:pt x="3654233" y="-31238"/>
                          <a:pt x="3831448" y="47966"/>
                          <a:pt x="3949863" y="0"/>
                        </a:cubicBezTo>
                        <a:cubicBezTo>
                          <a:pt x="4068278" y="-47966"/>
                          <a:pt x="4410344" y="51801"/>
                          <a:pt x="4645577" y="0"/>
                        </a:cubicBezTo>
                        <a:cubicBezTo>
                          <a:pt x="4880810" y="-51801"/>
                          <a:pt x="4908137" y="37235"/>
                          <a:pt x="5139310" y="0"/>
                        </a:cubicBezTo>
                        <a:cubicBezTo>
                          <a:pt x="5370483" y="-37235"/>
                          <a:pt x="5420801" y="24217"/>
                          <a:pt x="5498389" y="0"/>
                        </a:cubicBezTo>
                        <a:cubicBezTo>
                          <a:pt x="5575977" y="-24217"/>
                          <a:pt x="5790410" y="31783"/>
                          <a:pt x="6059449" y="0"/>
                        </a:cubicBezTo>
                        <a:cubicBezTo>
                          <a:pt x="6328488" y="-31783"/>
                          <a:pt x="6489486" y="1755"/>
                          <a:pt x="6732721" y="0"/>
                        </a:cubicBezTo>
                        <a:cubicBezTo>
                          <a:pt x="6764932" y="174733"/>
                          <a:pt x="6683381" y="396025"/>
                          <a:pt x="6732721" y="498464"/>
                        </a:cubicBezTo>
                        <a:cubicBezTo>
                          <a:pt x="6782061" y="600903"/>
                          <a:pt x="6700702" y="876386"/>
                          <a:pt x="6732721" y="1109485"/>
                        </a:cubicBezTo>
                        <a:cubicBezTo>
                          <a:pt x="6764740" y="1342584"/>
                          <a:pt x="6691937" y="1451756"/>
                          <a:pt x="6732721" y="1645468"/>
                        </a:cubicBezTo>
                        <a:cubicBezTo>
                          <a:pt x="6773505" y="1839180"/>
                          <a:pt x="6675982" y="1898604"/>
                          <a:pt x="6732721" y="2143933"/>
                        </a:cubicBezTo>
                        <a:cubicBezTo>
                          <a:pt x="6789460" y="2389263"/>
                          <a:pt x="6705338" y="2429669"/>
                          <a:pt x="6732721" y="2604878"/>
                        </a:cubicBezTo>
                        <a:cubicBezTo>
                          <a:pt x="6760104" y="2780087"/>
                          <a:pt x="6696037" y="2842984"/>
                          <a:pt x="6732721" y="3065824"/>
                        </a:cubicBezTo>
                        <a:cubicBezTo>
                          <a:pt x="6769405" y="3288664"/>
                          <a:pt x="6711111" y="3488782"/>
                          <a:pt x="6732721" y="3751882"/>
                        </a:cubicBezTo>
                        <a:cubicBezTo>
                          <a:pt x="6541067" y="3770604"/>
                          <a:pt x="6341844" y="3750406"/>
                          <a:pt x="6171661" y="3751882"/>
                        </a:cubicBezTo>
                        <a:cubicBezTo>
                          <a:pt x="6001478" y="3753358"/>
                          <a:pt x="5626139" y="3748460"/>
                          <a:pt x="5475946" y="3751882"/>
                        </a:cubicBezTo>
                        <a:cubicBezTo>
                          <a:pt x="5325754" y="3755304"/>
                          <a:pt x="5040857" y="3722159"/>
                          <a:pt x="4914886" y="3751882"/>
                        </a:cubicBezTo>
                        <a:cubicBezTo>
                          <a:pt x="4788915" y="3781605"/>
                          <a:pt x="4593516" y="3708169"/>
                          <a:pt x="4488481" y="3751882"/>
                        </a:cubicBezTo>
                        <a:cubicBezTo>
                          <a:pt x="4383447" y="3795595"/>
                          <a:pt x="4197198" y="3709886"/>
                          <a:pt x="3994748" y="3751882"/>
                        </a:cubicBezTo>
                        <a:cubicBezTo>
                          <a:pt x="3792298" y="3793878"/>
                          <a:pt x="3719204" y="3734506"/>
                          <a:pt x="3501015" y="3751882"/>
                        </a:cubicBezTo>
                        <a:cubicBezTo>
                          <a:pt x="3282826" y="3769258"/>
                          <a:pt x="3253128" y="3749170"/>
                          <a:pt x="3074609" y="3751882"/>
                        </a:cubicBezTo>
                        <a:cubicBezTo>
                          <a:pt x="2896090" y="3754594"/>
                          <a:pt x="2621750" y="3713198"/>
                          <a:pt x="2446222" y="3751882"/>
                        </a:cubicBezTo>
                        <a:cubicBezTo>
                          <a:pt x="2270694" y="3790566"/>
                          <a:pt x="2021884" y="3716941"/>
                          <a:pt x="1885162" y="3751882"/>
                        </a:cubicBezTo>
                        <a:cubicBezTo>
                          <a:pt x="1748440" y="3786823"/>
                          <a:pt x="1606667" y="3708837"/>
                          <a:pt x="1526083" y="3751882"/>
                        </a:cubicBezTo>
                        <a:cubicBezTo>
                          <a:pt x="1445499" y="3794927"/>
                          <a:pt x="1046338" y="3747774"/>
                          <a:pt x="897696" y="3751882"/>
                        </a:cubicBezTo>
                        <a:cubicBezTo>
                          <a:pt x="749054" y="3755990"/>
                          <a:pt x="444973" y="3677250"/>
                          <a:pt x="0" y="3751882"/>
                        </a:cubicBezTo>
                        <a:cubicBezTo>
                          <a:pt x="-70282" y="3618058"/>
                          <a:pt x="23961" y="3439401"/>
                          <a:pt x="0" y="3140861"/>
                        </a:cubicBezTo>
                        <a:cubicBezTo>
                          <a:pt x="-23961" y="2842321"/>
                          <a:pt x="48722" y="2845598"/>
                          <a:pt x="0" y="2567359"/>
                        </a:cubicBezTo>
                        <a:cubicBezTo>
                          <a:pt x="-48722" y="2289120"/>
                          <a:pt x="15371" y="2179373"/>
                          <a:pt x="0" y="2068895"/>
                        </a:cubicBezTo>
                        <a:cubicBezTo>
                          <a:pt x="-15371" y="1958417"/>
                          <a:pt x="23023" y="1774882"/>
                          <a:pt x="0" y="1495393"/>
                        </a:cubicBezTo>
                        <a:cubicBezTo>
                          <a:pt x="-23023" y="1215904"/>
                          <a:pt x="44521" y="1118755"/>
                          <a:pt x="0" y="884372"/>
                        </a:cubicBezTo>
                        <a:cubicBezTo>
                          <a:pt x="-44521" y="649989"/>
                          <a:pt x="52110" y="234440"/>
                          <a:pt x="0" y="0"/>
                        </a:cubicBezTo>
                        <a:close/>
                      </a:path>
                      <a:path w="6732721" h="3751882" stroke="0" extrusionOk="0">
                        <a:moveTo>
                          <a:pt x="0" y="0"/>
                        </a:moveTo>
                        <a:cubicBezTo>
                          <a:pt x="236367" y="-5304"/>
                          <a:pt x="287951" y="5594"/>
                          <a:pt x="561060" y="0"/>
                        </a:cubicBezTo>
                        <a:cubicBezTo>
                          <a:pt x="834169" y="-5594"/>
                          <a:pt x="758623" y="9280"/>
                          <a:pt x="920139" y="0"/>
                        </a:cubicBezTo>
                        <a:cubicBezTo>
                          <a:pt x="1081655" y="-9280"/>
                          <a:pt x="1314609" y="6842"/>
                          <a:pt x="1481199" y="0"/>
                        </a:cubicBezTo>
                        <a:cubicBezTo>
                          <a:pt x="1647789" y="-6842"/>
                          <a:pt x="1914267" y="61919"/>
                          <a:pt x="2176913" y="0"/>
                        </a:cubicBezTo>
                        <a:cubicBezTo>
                          <a:pt x="2439559" y="-61919"/>
                          <a:pt x="2625815" y="9982"/>
                          <a:pt x="2872628" y="0"/>
                        </a:cubicBezTo>
                        <a:cubicBezTo>
                          <a:pt x="3119441" y="-9982"/>
                          <a:pt x="3229233" y="44912"/>
                          <a:pt x="3366361" y="0"/>
                        </a:cubicBezTo>
                        <a:cubicBezTo>
                          <a:pt x="3503489" y="-44912"/>
                          <a:pt x="3611442" y="6828"/>
                          <a:pt x="3725439" y="0"/>
                        </a:cubicBezTo>
                        <a:cubicBezTo>
                          <a:pt x="3839436" y="-6828"/>
                          <a:pt x="4025964" y="39426"/>
                          <a:pt x="4219172" y="0"/>
                        </a:cubicBezTo>
                        <a:cubicBezTo>
                          <a:pt x="4412380" y="-39426"/>
                          <a:pt x="4598455" y="44084"/>
                          <a:pt x="4847559" y="0"/>
                        </a:cubicBezTo>
                        <a:cubicBezTo>
                          <a:pt x="5096663" y="-44084"/>
                          <a:pt x="5262979" y="19936"/>
                          <a:pt x="5475946" y="0"/>
                        </a:cubicBezTo>
                        <a:cubicBezTo>
                          <a:pt x="5688913" y="-19936"/>
                          <a:pt x="5771138" y="25989"/>
                          <a:pt x="5969679" y="0"/>
                        </a:cubicBezTo>
                        <a:cubicBezTo>
                          <a:pt x="6168220" y="-25989"/>
                          <a:pt x="6463589" y="11693"/>
                          <a:pt x="6732721" y="0"/>
                        </a:cubicBezTo>
                        <a:cubicBezTo>
                          <a:pt x="6751082" y="246416"/>
                          <a:pt x="6676253" y="309093"/>
                          <a:pt x="6732721" y="573502"/>
                        </a:cubicBezTo>
                        <a:cubicBezTo>
                          <a:pt x="6789189" y="837911"/>
                          <a:pt x="6725353" y="1027560"/>
                          <a:pt x="6732721" y="1184523"/>
                        </a:cubicBezTo>
                        <a:cubicBezTo>
                          <a:pt x="6740089" y="1341486"/>
                          <a:pt x="6707212" y="1466404"/>
                          <a:pt x="6732721" y="1607949"/>
                        </a:cubicBezTo>
                        <a:cubicBezTo>
                          <a:pt x="6758230" y="1749494"/>
                          <a:pt x="6705105" y="1821849"/>
                          <a:pt x="6732721" y="2031376"/>
                        </a:cubicBezTo>
                        <a:cubicBezTo>
                          <a:pt x="6760337" y="2240903"/>
                          <a:pt x="6699374" y="2430047"/>
                          <a:pt x="6732721" y="2529840"/>
                        </a:cubicBezTo>
                        <a:cubicBezTo>
                          <a:pt x="6766068" y="2629633"/>
                          <a:pt x="6673588" y="2818480"/>
                          <a:pt x="6732721" y="3028305"/>
                        </a:cubicBezTo>
                        <a:cubicBezTo>
                          <a:pt x="6791854" y="3238131"/>
                          <a:pt x="6679066" y="3436709"/>
                          <a:pt x="6732721" y="3751882"/>
                        </a:cubicBezTo>
                        <a:cubicBezTo>
                          <a:pt x="6529115" y="3798488"/>
                          <a:pt x="6360034" y="3737088"/>
                          <a:pt x="6104334" y="3751882"/>
                        </a:cubicBezTo>
                        <a:cubicBezTo>
                          <a:pt x="5848634" y="3766676"/>
                          <a:pt x="5663442" y="3707127"/>
                          <a:pt x="5408619" y="3751882"/>
                        </a:cubicBezTo>
                        <a:cubicBezTo>
                          <a:pt x="5153796" y="3796637"/>
                          <a:pt x="5189179" y="3748553"/>
                          <a:pt x="5049541" y="3751882"/>
                        </a:cubicBezTo>
                        <a:cubicBezTo>
                          <a:pt x="4909903" y="3755211"/>
                          <a:pt x="4722648" y="3748624"/>
                          <a:pt x="4623135" y="3751882"/>
                        </a:cubicBezTo>
                        <a:cubicBezTo>
                          <a:pt x="4523622" y="3755140"/>
                          <a:pt x="4233856" y="3695783"/>
                          <a:pt x="3994748" y="3751882"/>
                        </a:cubicBezTo>
                        <a:cubicBezTo>
                          <a:pt x="3755640" y="3807981"/>
                          <a:pt x="3688019" y="3703054"/>
                          <a:pt x="3501015" y="3751882"/>
                        </a:cubicBezTo>
                        <a:cubicBezTo>
                          <a:pt x="3314011" y="3800710"/>
                          <a:pt x="3236624" y="3716242"/>
                          <a:pt x="3007282" y="3751882"/>
                        </a:cubicBezTo>
                        <a:cubicBezTo>
                          <a:pt x="2777940" y="3787522"/>
                          <a:pt x="2809932" y="3709558"/>
                          <a:pt x="2648204" y="3751882"/>
                        </a:cubicBezTo>
                        <a:cubicBezTo>
                          <a:pt x="2486476" y="3794206"/>
                          <a:pt x="2183033" y="3712153"/>
                          <a:pt x="2019816" y="3751882"/>
                        </a:cubicBezTo>
                        <a:cubicBezTo>
                          <a:pt x="1856599" y="3791611"/>
                          <a:pt x="1742947" y="3748771"/>
                          <a:pt x="1593411" y="3751882"/>
                        </a:cubicBezTo>
                        <a:cubicBezTo>
                          <a:pt x="1443876" y="3754993"/>
                          <a:pt x="1243814" y="3696003"/>
                          <a:pt x="897696" y="3751882"/>
                        </a:cubicBezTo>
                        <a:cubicBezTo>
                          <a:pt x="551579" y="3807761"/>
                          <a:pt x="405260" y="3716937"/>
                          <a:pt x="0" y="3751882"/>
                        </a:cubicBezTo>
                        <a:cubicBezTo>
                          <a:pt x="-71639" y="3515602"/>
                          <a:pt x="20533" y="3364507"/>
                          <a:pt x="0" y="3140861"/>
                        </a:cubicBezTo>
                        <a:cubicBezTo>
                          <a:pt x="-20533" y="2917215"/>
                          <a:pt x="66141" y="2717056"/>
                          <a:pt x="0" y="2529840"/>
                        </a:cubicBezTo>
                        <a:cubicBezTo>
                          <a:pt x="-66141" y="2342624"/>
                          <a:pt x="32960" y="2116430"/>
                          <a:pt x="0" y="1956338"/>
                        </a:cubicBezTo>
                        <a:cubicBezTo>
                          <a:pt x="-32960" y="1796246"/>
                          <a:pt x="5119" y="1605375"/>
                          <a:pt x="0" y="1420355"/>
                        </a:cubicBezTo>
                        <a:cubicBezTo>
                          <a:pt x="-5119" y="1235335"/>
                          <a:pt x="35869" y="1132907"/>
                          <a:pt x="0" y="996929"/>
                        </a:cubicBezTo>
                        <a:cubicBezTo>
                          <a:pt x="-35869" y="860951"/>
                          <a:pt x="117206" y="4960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5" name="TextBox 10">
            <a:extLst>
              <a:ext uri="{FF2B5EF4-FFF2-40B4-BE49-F238E27FC236}">
                <a16:creationId xmlns:a16="http://schemas.microsoft.com/office/drawing/2014/main" id="{1386D9F8-C007-1AA4-ABC9-30CE798224F5}"/>
              </a:ext>
            </a:extLst>
          </p:cNvPr>
          <p:cNvSpPr txBox="1"/>
          <p:nvPr/>
        </p:nvSpPr>
        <p:spPr>
          <a:xfrm>
            <a:off x="12259262" y="7699518"/>
            <a:ext cx="290453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Then...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F767F98-4AFD-9D42-721E-DFF643E1D2F6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5FA176-B904-5874-1B70-CA56CC864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334" y="5452733"/>
            <a:ext cx="6547622" cy="3648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448B94-6B2D-FE54-C5DD-AF888A319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1447" y="1913313"/>
            <a:ext cx="6537128" cy="3622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8815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C8B55-1CD0-9AD4-C2F9-5A11B3E8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5968" y="-266700"/>
            <a:ext cx="18678768" cy="1089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43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0A78-CDA9-C730-BCD2-99A2F69D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12934A1-DEBA-0ABD-4F7A-E492BA7DA728}"/>
              </a:ext>
            </a:extLst>
          </p:cNvPr>
          <p:cNvGrpSpPr/>
          <p:nvPr/>
        </p:nvGrpSpPr>
        <p:grpSpPr>
          <a:xfrm>
            <a:off x="9220200" y="3848100"/>
            <a:ext cx="1512662" cy="1512662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E36E483-F6A1-82A0-3034-F75F462189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825933B-E18D-65AC-0A3A-2E448E24014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FB376F5-2E80-4EA1-6DBD-35EE529E1997}"/>
              </a:ext>
            </a:extLst>
          </p:cNvPr>
          <p:cNvGrpSpPr/>
          <p:nvPr/>
        </p:nvGrpSpPr>
        <p:grpSpPr>
          <a:xfrm>
            <a:off x="8077200" y="5764438"/>
            <a:ext cx="1512662" cy="1512662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34571DC-BF39-E894-4922-32CA900F81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11F18FF-CC26-6763-F26E-DA246435E1B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25E56BE-0A73-0A64-5CDB-97A3E3F17624}"/>
              </a:ext>
            </a:extLst>
          </p:cNvPr>
          <p:cNvSpPr txBox="1"/>
          <p:nvPr/>
        </p:nvSpPr>
        <p:spPr>
          <a:xfrm>
            <a:off x="1028700" y="1991926"/>
            <a:ext cx="617565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</a:rPr>
              <a:t>Introduction &amp; defining the problem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7FE028-FEE6-4C1D-193E-A500251A97F9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EACF3B2-518C-FDB1-2F22-AB5680D3B31A}"/>
              </a:ext>
            </a:extLst>
          </p:cNvPr>
          <p:cNvSpPr txBox="1"/>
          <p:nvPr/>
        </p:nvSpPr>
        <p:spPr>
          <a:xfrm>
            <a:off x="8454026" y="6314076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8DEC3DC-2D1D-EC19-9818-0DD2AAD81AEE}"/>
              </a:ext>
            </a:extLst>
          </p:cNvPr>
          <p:cNvSpPr txBox="1"/>
          <p:nvPr/>
        </p:nvSpPr>
        <p:spPr>
          <a:xfrm>
            <a:off x="9597026" y="4397738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22E54A-4AA7-FC7C-3DF0-CBCC6A118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6615" y="5378360"/>
            <a:ext cx="6745061" cy="3738128"/>
          </a:xfrm>
          <a:custGeom>
            <a:avLst/>
            <a:gdLst>
              <a:gd name="csX0" fmla="*/ 0 w 6745061"/>
              <a:gd name="csY0" fmla="*/ 0 h 3738128"/>
              <a:gd name="csX1" fmla="*/ 427187 w 6745061"/>
              <a:gd name="csY1" fmla="*/ 0 h 3738128"/>
              <a:gd name="csX2" fmla="*/ 989276 w 6745061"/>
              <a:gd name="csY2" fmla="*/ 0 h 3738128"/>
              <a:gd name="csX3" fmla="*/ 1483913 w 6745061"/>
              <a:gd name="csY3" fmla="*/ 0 h 3738128"/>
              <a:gd name="csX4" fmla="*/ 1843650 w 6745061"/>
              <a:gd name="csY4" fmla="*/ 0 h 3738128"/>
              <a:gd name="csX5" fmla="*/ 2270837 w 6745061"/>
              <a:gd name="csY5" fmla="*/ 0 h 3738128"/>
              <a:gd name="csX6" fmla="*/ 2967827 w 6745061"/>
              <a:gd name="csY6" fmla="*/ 0 h 3738128"/>
              <a:gd name="csX7" fmla="*/ 3395014 w 6745061"/>
              <a:gd name="csY7" fmla="*/ 0 h 3738128"/>
              <a:gd name="csX8" fmla="*/ 4092004 w 6745061"/>
              <a:gd name="csY8" fmla="*/ 0 h 3738128"/>
              <a:gd name="csX9" fmla="*/ 4519191 w 6745061"/>
              <a:gd name="csY9" fmla="*/ 0 h 3738128"/>
              <a:gd name="csX10" fmla="*/ 5148730 w 6745061"/>
              <a:gd name="csY10" fmla="*/ 0 h 3738128"/>
              <a:gd name="csX11" fmla="*/ 5643368 w 6745061"/>
              <a:gd name="csY11" fmla="*/ 0 h 3738128"/>
              <a:gd name="csX12" fmla="*/ 6745061 w 6745061"/>
              <a:gd name="csY12" fmla="*/ 0 h 3738128"/>
              <a:gd name="csX13" fmla="*/ 6745061 w 6745061"/>
              <a:gd name="csY13" fmla="*/ 459256 h 3738128"/>
              <a:gd name="csX14" fmla="*/ 6745061 w 6745061"/>
              <a:gd name="csY14" fmla="*/ 1030655 h 3738128"/>
              <a:gd name="csX15" fmla="*/ 6745061 w 6745061"/>
              <a:gd name="csY15" fmla="*/ 1489911 h 3738128"/>
              <a:gd name="csX16" fmla="*/ 6745061 w 6745061"/>
              <a:gd name="csY16" fmla="*/ 2023929 h 3738128"/>
              <a:gd name="csX17" fmla="*/ 6745061 w 6745061"/>
              <a:gd name="csY17" fmla="*/ 2483185 h 3738128"/>
              <a:gd name="csX18" fmla="*/ 6745061 w 6745061"/>
              <a:gd name="csY18" fmla="*/ 2905059 h 3738128"/>
              <a:gd name="csX19" fmla="*/ 6745061 w 6745061"/>
              <a:gd name="csY19" fmla="*/ 3738128 h 3738128"/>
              <a:gd name="csX20" fmla="*/ 6182973 w 6745061"/>
              <a:gd name="csY20" fmla="*/ 3738128 h 3738128"/>
              <a:gd name="csX21" fmla="*/ 5755785 w 6745061"/>
              <a:gd name="csY21" fmla="*/ 3738128 h 3738128"/>
              <a:gd name="csX22" fmla="*/ 5193697 w 6745061"/>
              <a:gd name="csY22" fmla="*/ 3738128 h 3738128"/>
              <a:gd name="csX23" fmla="*/ 4564158 w 6745061"/>
              <a:gd name="csY23" fmla="*/ 3738128 h 3738128"/>
              <a:gd name="csX24" fmla="*/ 3867168 w 6745061"/>
              <a:gd name="csY24" fmla="*/ 3738128 h 3738128"/>
              <a:gd name="csX25" fmla="*/ 3170179 w 6745061"/>
              <a:gd name="csY25" fmla="*/ 3738128 h 3738128"/>
              <a:gd name="csX26" fmla="*/ 2742991 w 6745061"/>
              <a:gd name="csY26" fmla="*/ 3738128 h 3738128"/>
              <a:gd name="csX27" fmla="*/ 2113452 w 6745061"/>
              <a:gd name="csY27" fmla="*/ 3738128 h 3738128"/>
              <a:gd name="csX28" fmla="*/ 1686265 w 6745061"/>
              <a:gd name="csY28" fmla="*/ 3738128 h 3738128"/>
              <a:gd name="csX29" fmla="*/ 1259078 w 6745061"/>
              <a:gd name="csY29" fmla="*/ 3738128 h 3738128"/>
              <a:gd name="csX30" fmla="*/ 562088 w 6745061"/>
              <a:gd name="csY30" fmla="*/ 3738128 h 3738128"/>
              <a:gd name="csX31" fmla="*/ 0 w 6745061"/>
              <a:gd name="csY31" fmla="*/ 3738128 h 3738128"/>
              <a:gd name="csX32" fmla="*/ 0 w 6745061"/>
              <a:gd name="csY32" fmla="*/ 3166728 h 3738128"/>
              <a:gd name="csX33" fmla="*/ 0 w 6745061"/>
              <a:gd name="csY33" fmla="*/ 2557948 h 3738128"/>
              <a:gd name="csX34" fmla="*/ 0 w 6745061"/>
              <a:gd name="csY34" fmla="*/ 2023929 h 3738128"/>
              <a:gd name="csX35" fmla="*/ 0 w 6745061"/>
              <a:gd name="csY35" fmla="*/ 1527292 h 3738128"/>
              <a:gd name="csX36" fmla="*/ 0 w 6745061"/>
              <a:gd name="csY36" fmla="*/ 918511 h 3738128"/>
              <a:gd name="csX37" fmla="*/ 0 w 6745061"/>
              <a:gd name="csY37" fmla="*/ 459256 h 3738128"/>
              <a:gd name="csX38" fmla="*/ 0 w 6745061"/>
              <a:gd name="csY38" fmla="*/ 0 h 3738128"/>
              <a:gd name="csX0" fmla="*/ 0 w 6745061"/>
              <a:gd name="csY0" fmla="*/ 0 h 3738128"/>
              <a:gd name="csX1" fmla="*/ 696990 w 6745061"/>
              <a:gd name="csY1" fmla="*/ 0 h 3738128"/>
              <a:gd name="csX2" fmla="*/ 1056726 w 6745061"/>
              <a:gd name="csY2" fmla="*/ 0 h 3738128"/>
              <a:gd name="csX3" fmla="*/ 1753716 w 6745061"/>
              <a:gd name="csY3" fmla="*/ 0 h 3738128"/>
              <a:gd name="csX4" fmla="*/ 2180903 w 6745061"/>
              <a:gd name="csY4" fmla="*/ 0 h 3738128"/>
              <a:gd name="csX5" fmla="*/ 2810442 w 6745061"/>
              <a:gd name="csY5" fmla="*/ 0 h 3738128"/>
              <a:gd name="csX6" fmla="*/ 3507432 w 6745061"/>
              <a:gd name="csY6" fmla="*/ 0 h 3738128"/>
              <a:gd name="csX7" fmla="*/ 4069520 w 6745061"/>
              <a:gd name="csY7" fmla="*/ 0 h 3738128"/>
              <a:gd name="csX8" fmla="*/ 4564158 w 6745061"/>
              <a:gd name="csY8" fmla="*/ 0 h 3738128"/>
              <a:gd name="csX9" fmla="*/ 5058796 w 6745061"/>
              <a:gd name="csY9" fmla="*/ 0 h 3738128"/>
              <a:gd name="csX10" fmla="*/ 5418532 w 6745061"/>
              <a:gd name="csY10" fmla="*/ 0 h 3738128"/>
              <a:gd name="csX11" fmla="*/ 6115522 w 6745061"/>
              <a:gd name="csY11" fmla="*/ 0 h 3738128"/>
              <a:gd name="csX12" fmla="*/ 6411405 w 6745061"/>
              <a:gd name="csY12" fmla="*/ 0 h 3738128"/>
              <a:gd name="csX13" fmla="*/ 6745061 w 6745061"/>
              <a:gd name="csY13" fmla="*/ 0 h 3738128"/>
              <a:gd name="csX14" fmla="*/ 6745061 w 6745061"/>
              <a:gd name="csY14" fmla="*/ 534018 h 3738128"/>
              <a:gd name="csX15" fmla="*/ 6745061 w 6745061"/>
              <a:gd name="csY15" fmla="*/ 1105418 h 3738128"/>
              <a:gd name="csX16" fmla="*/ 6745061 w 6745061"/>
              <a:gd name="csY16" fmla="*/ 1639436 h 3738128"/>
              <a:gd name="csX17" fmla="*/ 6745061 w 6745061"/>
              <a:gd name="csY17" fmla="*/ 2061311 h 3738128"/>
              <a:gd name="csX18" fmla="*/ 6745061 w 6745061"/>
              <a:gd name="csY18" fmla="*/ 2595329 h 3738128"/>
              <a:gd name="csX19" fmla="*/ 6745061 w 6745061"/>
              <a:gd name="csY19" fmla="*/ 3204110 h 3738128"/>
              <a:gd name="csX20" fmla="*/ 6745061 w 6745061"/>
              <a:gd name="csY20" fmla="*/ 3738128 h 3738128"/>
              <a:gd name="csX21" fmla="*/ 6182973 w 6745061"/>
              <a:gd name="csY21" fmla="*/ 3738128 h 3738128"/>
              <a:gd name="csX22" fmla="*/ 5485983 w 6745061"/>
              <a:gd name="csY22" fmla="*/ 3738128 h 3738128"/>
              <a:gd name="csX23" fmla="*/ 5058796 w 6745061"/>
              <a:gd name="csY23" fmla="*/ 3738128 h 3738128"/>
              <a:gd name="csX24" fmla="*/ 4496707 w 6745061"/>
              <a:gd name="csY24" fmla="*/ 3738128 h 3738128"/>
              <a:gd name="csX25" fmla="*/ 4002070 w 6745061"/>
              <a:gd name="csY25" fmla="*/ 3738128 h 3738128"/>
              <a:gd name="csX26" fmla="*/ 3642333 w 6745061"/>
              <a:gd name="csY26" fmla="*/ 3738128 h 3738128"/>
              <a:gd name="csX27" fmla="*/ 3147695 w 6745061"/>
              <a:gd name="csY27" fmla="*/ 3738128 h 3738128"/>
              <a:gd name="csX28" fmla="*/ 2585607 w 6745061"/>
              <a:gd name="csY28" fmla="*/ 3738128 h 3738128"/>
              <a:gd name="csX29" fmla="*/ 1888617 w 6745061"/>
              <a:gd name="csY29" fmla="*/ 3738128 h 3738128"/>
              <a:gd name="csX30" fmla="*/ 1259078 w 6745061"/>
              <a:gd name="csY30" fmla="*/ 3738128 h 3738128"/>
              <a:gd name="csX31" fmla="*/ 629539 w 6745061"/>
              <a:gd name="csY31" fmla="*/ 3738128 h 3738128"/>
              <a:gd name="csX32" fmla="*/ 0 w 6745061"/>
              <a:gd name="csY32" fmla="*/ 3738128 h 3738128"/>
              <a:gd name="csX33" fmla="*/ 0 w 6745061"/>
              <a:gd name="csY33" fmla="*/ 3166728 h 3738128"/>
              <a:gd name="csX34" fmla="*/ 0 w 6745061"/>
              <a:gd name="csY34" fmla="*/ 2632710 h 3738128"/>
              <a:gd name="csX35" fmla="*/ 0 w 6745061"/>
              <a:gd name="csY35" fmla="*/ 2136073 h 3738128"/>
              <a:gd name="csX36" fmla="*/ 0 w 6745061"/>
              <a:gd name="csY36" fmla="*/ 1527292 h 3738128"/>
              <a:gd name="csX37" fmla="*/ 0 w 6745061"/>
              <a:gd name="csY37" fmla="*/ 1030655 h 3738128"/>
              <a:gd name="csX38" fmla="*/ 0 w 6745061"/>
              <a:gd name="csY38" fmla="*/ 0 h 3738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6745061" h="3738128" fill="none" extrusionOk="0">
                <a:moveTo>
                  <a:pt x="0" y="0"/>
                </a:moveTo>
                <a:cubicBezTo>
                  <a:pt x="184144" y="-16066"/>
                  <a:pt x="331475" y="30414"/>
                  <a:pt x="427187" y="0"/>
                </a:cubicBezTo>
                <a:cubicBezTo>
                  <a:pt x="521351" y="-10487"/>
                  <a:pt x="862368" y="51039"/>
                  <a:pt x="989276" y="0"/>
                </a:cubicBezTo>
                <a:cubicBezTo>
                  <a:pt x="1124256" y="-38628"/>
                  <a:pt x="1260969" y="14987"/>
                  <a:pt x="1483913" y="0"/>
                </a:cubicBezTo>
                <a:cubicBezTo>
                  <a:pt x="1709996" y="-21455"/>
                  <a:pt x="1665355" y="16785"/>
                  <a:pt x="1843650" y="0"/>
                </a:cubicBezTo>
                <a:cubicBezTo>
                  <a:pt x="2005788" y="-42084"/>
                  <a:pt x="2165387" y="17106"/>
                  <a:pt x="2270837" y="0"/>
                </a:cubicBezTo>
                <a:cubicBezTo>
                  <a:pt x="2361264" y="-38507"/>
                  <a:pt x="2712805" y="54284"/>
                  <a:pt x="2967827" y="0"/>
                </a:cubicBezTo>
                <a:cubicBezTo>
                  <a:pt x="3264655" y="-73561"/>
                  <a:pt x="3220209" y="6133"/>
                  <a:pt x="3395014" y="0"/>
                </a:cubicBezTo>
                <a:cubicBezTo>
                  <a:pt x="3533922" y="-34169"/>
                  <a:pt x="3949185" y="27905"/>
                  <a:pt x="4092004" y="0"/>
                </a:cubicBezTo>
                <a:cubicBezTo>
                  <a:pt x="4244762" y="-10009"/>
                  <a:pt x="4387651" y="-10685"/>
                  <a:pt x="4519191" y="0"/>
                </a:cubicBezTo>
                <a:cubicBezTo>
                  <a:pt x="4632248" y="-15017"/>
                  <a:pt x="5015261" y="-11100"/>
                  <a:pt x="5148730" y="0"/>
                </a:cubicBezTo>
                <a:cubicBezTo>
                  <a:pt x="5239481" y="-23851"/>
                  <a:pt x="5523290" y="72043"/>
                  <a:pt x="5643368" y="0"/>
                </a:cubicBezTo>
                <a:cubicBezTo>
                  <a:pt x="5791545" y="-39398"/>
                  <a:pt x="6493909" y="110298"/>
                  <a:pt x="6745061" y="0"/>
                </a:cubicBezTo>
                <a:cubicBezTo>
                  <a:pt x="6776756" y="100589"/>
                  <a:pt x="6689841" y="324307"/>
                  <a:pt x="6745061" y="459256"/>
                </a:cubicBezTo>
                <a:cubicBezTo>
                  <a:pt x="6776457" y="610426"/>
                  <a:pt x="6776018" y="889005"/>
                  <a:pt x="6745061" y="1030655"/>
                </a:cubicBezTo>
                <a:cubicBezTo>
                  <a:pt x="6736894" y="1187567"/>
                  <a:pt x="6734327" y="1371353"/>
                  <a:pt x="6745061" y="1489911"/>
                </a:cubicBezTo>
                <a:cubicBezTo>
                  <a:pt x="6789016" y="1632092"/>
                  <a:pt x="6700911" y="1875120"/>
                  <a:pt x="6745061" y="2023929"/>
                </a:cubicBezTo>
                <a:cubicBezTo>
                  <a:pt x="6783119" y="2231116"/>
                  <a:pt x="6721441" y="2270836"/>
                  <a:pt x="6745061" y="2483185"/>
                </a:cubicBezTo>
                <a:cubicBezTo>
                  <a:pt x="6790172" y="2694889"/>
                  <a:pt x="6712436" y="2718341"/>
                  <a:pt x="6745061" y="2905059"/>
                </a:cubicBezTo>
                <a:cubicBezTo>
                  <a:pt x="6823001" y="3100037"/>
                  <a:pt x="6681576" y="3337703"/>
                  <a:pt x="6745061" y="3738128"/>
                </a:cubicBezTo>
                <a:cubicBezTo>
                  <a:pt x="6586198" y="3781887"/>
                  <a:pt x="6423967" y="3677868"/>
                  <a:pt x="6182973" y="3738128"/>
                </a:cubicBezTo>
                <a:cubicBezTo>
                  <a:pt x="5937345" y="3768361"/>
                  <a:pt x="5930265" y="3717510"/>
                  <a:pt x="5755785" y="3738128"/>
                </a:cubicBezTo>
                <a:cubicBezTo>
                  <a:pt x="5615475" y="3764550"/>
                  <a:pt x="5332440" y="3742293"/>
                  <a:pt x="5193697" y="3738128"/>
                </a:cubicBezTo>
                <a:cubicBezTo>
                  <a:pt x="5034363" y="3767723"/>
                  <a:pt x="4725466" y="3652872"/>
                  <a:pt x="4564158" y="3738128"/>
                </a:cubicBezTo>
                <a:cubicBezTo>
                  <a:pt x="4407595" y="3796374"/>
                  <a:pt x="4167316" y="3809925"/>
                  <a:pt x="3867168" y="3738128"/>
                </a:cubicBezTo>
                <a:cubicBezTo>
                  <a:pt x="3511072" y="3738935"/>
                  <a:pt x="3386475" y="3720064"/>
                  <a:pt x="3170179" y="3738128"/>
                </a:cubicBezTo>
                <a:cubicBezTo>
                  <a:pt x="2996286" y="3760218"/>
                  <a:pt x="2867536" y="3707820"/>
                  <a:pt x="2742991" y="3738128"/>
                </a:cubicBezTo>
                <a:cubicBezTo>
                  <a:pt x="2681169" y="3751455"/>
                  <a:pt x="2290058" y="3696500"/>
                  <a:pt x="2113452" y="3738128"/>
                </a:cubicBezTo>
                <a:cubicBezTo>
                  <a:pt x="1935104" y="3775157"/>
                  <a:pt x="1808834" y="3721847"/>
                  <a:pt x="1686265" y="3738128"/>
                </a:cubicBezTo>
                <a:cubicBezTo>
                  <a:pt x="1563761" y="3755325"/>
                  <a:pt x="1449144" y="3686613"/>
                  <a:pt x="1259078" y="3738128"/>
                </a:cubicBezTo>
                <a:cubicBezTo>
                  <a:pt x="1080715" y="3754071"/>
                  <a:pt x="669617" y="3719345"/>
                  <a:pt x="562088" y="3738128"/>
                </a:cubicBezTo>
                <a:cubicBezTo>
                  <a:pt x="446813" y="3750523"/>
                  <a:pt x="156326" y="3709693"/>
                  <a:pt x="0" y="3738128"/>
                </a:cubicBezTo>
                <a:cubicBezTo>
                  <a:pt x="3757" y="3457101"/>
                  <a:pt x="51780" y="3407247"/>
                  <a:pt x="0" y="3166728"/>
                </a:cubicBezTo>
                <a:cubicBezTo>
                  <a:pt x="-48362" y="2938445"/>
                  <a:pt x="25408" y="2853326"/>
                  <a:pt x="0" y="2557948"/>
                </a:cubicBezTo>
                <a:cubicBezTo>
                  <a:pt x="-25645" y="2252698"/>
                  <a:pt x="56709" y="2163903"/>
                  <a:pt x="0" y="2023929"/>
                </a:cubicBezTo>
                <a:cubicBezTo>
                  <a:pt x="-65914" y="1901466"/>
                  <a:pt x="1067" y="1666822"/>
                  <a:pt x="0" y="1527292"/>
                </a:cubicBezTo>
                <a:cubicBezTo>
                  <a:pt x="-19273" y="1384063"/>
                  <a:pt x="94548" y="1195380"/>
                  <a:pt x="0" y="918511"/>
                </a:cubicBezTo>
                <a:cubicBezTo>
                  <a:pt x="-39836" y="608194"/>
                  <a:pt x="1674" y="580250"/>
                  <a:pt x="0" y="459256"/>
                </a:cubicBezTo>
                <a:cubicBezTo>
                  <a:pt x="-22365" y="358257"/>
                  <a:pt x="17926" y="105850"/>
                  <a:pt x="0" y="0"/>
                </a:cubicBezTo>
                <a:close/>
              </a:path>
              <a:path w="6745061" h="3738128" stroke="0" extrusionOk="0">
                <a:moveTo>
                  <a:pt x="0" y="0"/>
                </a:moveTo>
                <a:cubicBezTo>
                  <a:pt x="139269" y="-46966"/>
                  <a:pt x="440963" y="29062"/>
                  <a:pt x="696990" y="0"/>
                </a:cubicBezTo>
                <a:cubicBezTo>
                  <a:pt x="968009" y="-51487"/>
                  <a:pt x="898907" y="34925"/>
                  <a:pt x="1056726" y="0"/>
                </a:cubicBezTo>
                <a:cubicBezTo>
                  <a:pt x="1239623" y="-46692"/>
                  <a:pt x="1526385" y="51466"/>
                  <a:pt x="1753716" y="0"/>
                </a:cubicBezTo>
                <a:cubicBezTo>
                  <a:pt x="1987765" y="-36362"/>
                  <a:pt x="2054285" y="12954"/>
                  <a:pt x="2180903" y="0"/>
                </a:cubicBezTo>
                <a:cubicBezTo>
                  <a:pt x="2307229" y="-3867"/>
                  <a:pt x="2623781" y="25381"/>
                  <a:pt x="2810442" y="0"/>
                </a:cubicBezTo>
                <a:cubicBezTo>
                  <a:pt x="3061220" y="-59865"/>
                  <a:pt x="3204317" y="89925"/>
                  <a:pt x="3507432" y="0"/>
                </a:cubicBezTo>
                <a:cubicBezTo>
                  <a:pt x="3815146" y="-67178"/>
                  <a:pt x="3863778" y="33198"/>
                  <a:pt x="4069520" y="0"/>
                </a:cubicBezTo>
                <a:cubicBezTo>
                  <a:pt x="4268249" y="-31377"/>
                  <a:pt x="4370564" y="608"/>
                  <a:pt x="4564158" y="0"/>
                </a:cubicBezTo>
                <a:cubicBezTo>
                  <a:pt x="4724160" y="-40473"/>
                  <a:pt x="4955445" y="64729"/>
                  <a:pt x="5058796" y="0"/>
                </a:cubicBezTo>
                <a:cubicBezTo>
                  <a:pt x="5194915" y="-66555"/>
                  <a:pt x="5285757" y="47913"/>
                  <a:pt x="5418532" y="0"/>
                </a:cubicBezTo>
                <a:cubicBezTo>
                  <a:pt x="5606465" y="-21817"/>
                  <a:pt x="5942393" y="-24938"/>
                  <a:pt x="6115522" y="0"/>
                </a:cubicBezTo>
                <a:cubicBezTo>
                  <a:pt x="6185422" y="-11443"/>
                  <a:pt x="6309883" y="1073"/>
                  <a:pt x="6411405" y="0"/>
                </a:cubicBezTo>
                <a:cubicBezTo>
                  <a:pt x="6512927" y="-1073"/>
                  <a:pt x="6581980" y="13174"/>
                  <a:pt x="6745061" y="0"/>
                </a:cubicBezTo>
                <a:cubicBezTo>
                  <a:pt x="6804529" y="111596"/>
                  <a:pt x="6697175" y="393760"/>
                  <a:pt x="6745061" y="534018"/>
                </a:cubicBezTo>
                <a:cubicBezTo>
                  <a:pt x="6811681" y="669138"/>
                  <a:pt x="6708974" y="978691"/>
                  <a:pt x="6745061" y="1105418"/>
                </a:cubicBezTo>
                <a:cubicBezTo>
                  <a:pt x="6806084" y="1243812"/>
                  <a:pt x="6669075" y="1389772"/>
                  <a:pt x="6745061" y="1639436"/>
                </a:cubicBezTo>
                <a:cubicBezTo>
                  <a:pt x="6759145" y="1841929"/>
                  <a:pt x="6691627" y="1920927"/>
                  <a:pt x="6745061" y="2061311"/>
                </a:cubicBezTo>
                <a:cubicBezTo>
                  <a:pt x="6829352" y="2227911"/>
                  <a:pt x="6760932" y="2436050"/>
                  <a:pt x="6745061" y="2595329"/>
                </a:cubicBezTo>
                <a:cubicBezTo>
                  <a:pt x="6798958" y="2735099"/>
                  <a:pt x="6756036" y="2932065"/>
                  <a:pt x="6745061" y="3204110"/>
                </a:cubicBezTo>
                <a:cubicBezTo>
                  <a:pt x="6751011" y="3489918"/>
                  <a:pt x="6688361" y="3541273"/>
                  <a:pt x="6745061" y="3738128"/>
                </a:cubicBezTo>
                <a:cubicBezTo>
                  <a:pt x="6470604" y="3792264"/>
                  <a:pt x="6459227" y="3743301"/>
                  <a:pt x="6182973" y="3738128"/>
                </a:cubicBezTo>
                <a:cubicBezTo>
                  <a:pt x="5907863" y="3730312"/>
                  <a:pt x="5652909" y="3684853"/>
                  <a:pt x="5485983" y="3738128"/>
                </a:cubicBezTo>
                <a:cubicBezTo>
                  <a:pt x="5311346" y="3807315"/>
                  <a:pt x="5223860" y="3728295"/>
                  <a:pt x="5058796" y="3738128"/>
                </a:cubicBezTo>
                <a:cubicBezTo>
                  <a:pt x="4860316" y="3703949"/>
                  <a:pt x="4664793" y="3772484"/>
                  <a:pt x="4496707" y="3738128"/>
                </a:cubicBezTo>
                <a:cubicBezTo>
                  <a:pt x="4288340" y="3751907"/>
                  <a:pt x="4153512" y="3731106"/>
                  <a:pt x="4002070" y="3738128"/>
                </a:cubicBezTo>
                <a:cubicBezTo>
                  <a:pt x="3870921" y="3731054"/>
                  <a:pt x="3744641" y="3718130"/>
                  <a:pt x="3642333" y="3738128"/>
                </a:cubicBezTo>
                <a:cubicBezTo>
                  <a:pt x="3509632" y="3801790"/>
                  <a:pt x="3366605" y="3697191"/>
                  <a:pt x="3147695" y="3738128"/>
                </a:cubicBezTo>
                <a:cubicBezTo>
                  <a:pt x="2920062" y="3770382"/>
                  <a:pt x="2838491" y="3735105"/>
                  <a:pt x="2585607" y="3738128"/>
                </a:cubicBezTo>
                <a:cubicBezTo>
                  <a:pt x="2345612" y="3785075"/>
                  <a:pt x="2197426" y="3721364"/>
                  <a:pt x="1888617" y="3738128"/>
                </a:cubicBezTo>
                <a:cubicBezTo>
                  <a:pt x="1608122" y="3790942"/>
                  <a:pt x="1532783" y="3706805"/>
                  <a:pt x="1259078" y="3738128"/>
                </a:cubicBezTo>
                <a:cubicBezTo>
                  <a:pt x="975379" y="3770490"/>
                  <a:pt x="893918" y="3699256"/>
                  <a:pt x="629539" y="3738128"/>
                </a:cubicBezTo>
                <a:cubicBezTo>
                  <a:pt x="392801" y="3735261"/>
                  <a:pt x="106258" y="3746282"/>
                  <a:pt x="0" y="3738128"/>
                </a:cubicBezTo>
                <a:cubicBezTo>
                  <a:pt x="-60697" y="3503381"/>
                  <a:pt x="86943" y="3266915"/>
                  <a:pt x="0" y="3166728"/>
                </a:cubicBezTo>
                <a:cubicBezTo>
                  <a:pt x="-77191" y="3028432"/>
                  <a:pt x="82106" y="2745932"/>
                  <a:pt x="0" y="2632710"/>
                </a:cubicBezTo>
                <a:cubicBezTo>
                  <a:pt x="-61052" y="2527294"/>
                  <a:pt x="18069" y="2273458"/>
                  <a:pt x="0" y="2136073"/>
                </a:cubicBezTo>
                <a:cubicBezTo>
                  <a:pt x="-17164" y="1973023"/>
                  <a:pt x="48267" y="1752481"/>
                  <a:pt x="0" y="1527292"/>
                </a:cubicBezTo>
                <a:cubicBezTo>
                  <a:pt x="-54813" y="1340524"/>
                  <a:pt x="52719" y="1175840"/>
                  <a:pt x="0" y="1030655"/>
                </a:cubicBezTo>
                <a:cubicBezTo>
                  <a:pt x="-70347" y="775818"/>
                  <a:pt x="172799" y="369279"/>
                  <a:pt x="0" y="0"/>
                </a:cubicBezTo>
                <a:close/>
              </a:path>
              <a:path w="6745061" h="3738128" fill="none" stroke="0" extrusionOk="0">
                <a:moveTo>
                  <a:pt x="0" y="0"/>
                </a:moveTo>
                <a:cubicBezTo>
                  <a:pt x="222420" y="-7434"/>
                  <a:pt x="315502" y="15011"/>
                  <a:pt x="427187" y="0"/>
                </a:cubicBezTo>
                <a:cubicBezTo>
                  <a:pt x="477894" y="-20277"/>
                  <a:pt x="850974" y="49297"/>
                  <a:pt x="989276" y="0"/>
                </a:cubicBezTo>
                <a:cubicBezTo>
                  <a:pt x="1118027" y="-93444"/>
                  <a:pt x="1278479" y="38611"/>
                  <a:pt x="1483913" y="0"/>
                </a:cubicBezTo>
                <a:cubicBezTo>
                  <a:pt x="1682719" y="-25248"/>
                  <a:pt x="1664121" y="28440"/>
                  <a:pt x="1843650" y="0"/>
                </a:cubicBezTo>
                <a:cubicBezTo>
                  <a:pt x="2021493" y="-21455"/>
                  <a:pt x="2175855" y="10985"/>
                  <a:pt x="2270837" y="0"/>
                </a:cubicBezTo>
                <a:cubicBezTo>
                  <a:pt x="2333567" y="-11602"/>
                  <a:pt x="2685325" y="61610"/>
                  <a:pt x="2967827" y="0"/>
                </a:cubicBezTo>
                <a:cubicBezTo>
                  <a:pt x="3227945" y="-77610"/>
                  <a:pt x="3227823" y="3143"/>
                  <a:pt x="3395014" y="0"/>
                </a:cubicBezTo>
                <a:cubicBezTo>
                  <a:pt x="3520013" y="-4129"/>
                  <a:pt x="3929769" y="-34647"/>
                  <a:pt x="4092004" y="0"/>
                </a:cubicBezTo>
                <a:cubicBezTo>
                  <a:pt x="4251907" y="1815"/>
                  <a:pt x="4404111" y="5532"/>
                  <a:pt x="4519191" y="0"/>
                </a:cubicBezTo>
                <a:cubicBezTo>
                  <a:pt x="4676265" y="-9393"/>
                  <a:pt x="5022559" y="2257"/>
                  <a:pt x="5148730" y="0"/>
                </a:cubicBezTo>
                <a:cubicBezTo>
                  <a:pt x="5289039" y="-13448"/>
                  <a:pt x="5492348" y="56282"/>
                  <a:pt x="5643368" y="0"/>
                </a:cubicBezTo>
                <a:cubicBezTo>
                  <a:pt x="5807001" y="-115881"/>
                  <a:pt x="6511964" y="107942"/>
                  <a:pt x="6745061" y="0"/>
                </a:cubicBezTo>
                <a:cubicBezTo>
                  <a:pt x="6754108" y="109597"/>
                  <a:pt x="6694040" y="276609"/>
                  <a:pt x="6745061" y="459256"/>
                </a:cubicBezTo>
                <a:cubicBezTo>
                  <a:pt x="6780639" y="615601"/>
                  <a:pt x="6735414" y="888694"/>
                  <a:pt x="6745061" y="1030655"/>
                </a:cubicBezTo>
                <a:cubicBezTo>
                  <a:pt x="6716317" y="1171671"/>
                  <a:pt x="6702915" y="1342961"/>
                  <a:pt x="6745061" y="1489911"/>
                </a:cubicBezTo>
                <a:cubicBezTo>
                  <a:pt x="6761229" y="1594846"/>
                  <a:pt x="6667464" y="1792828"/>
                  <a:pt x="6745061" y="2023929"/>
                </a:cubicBezTo>
                <a:cubicBezTo>
                  <a:pt x="6786491" y="2211188"/>
                  <a:pt x="6685904" y="2262969"/>
                  <a:pt x="6745061" y="2483185"/>
                </a:cubicBezTo>
                <a:cubicBezTo>
                  <a:pt x="6789565" y="2691678"/>
                  <a:pt x="6702546" y="2704141"/>
                  <a:pt x="6745061" y="2905059"/>
                </a:cubicBezTo>
                <a:cubicBezTo>
                  <a:pt x="6818764" y="3053245"/>
                  <a:pt x="6806511" y="3359138"/>
                  <a:pt x="6745061" y="3738128"/>
                </a:cubicBezTo>
                <a:cubicBezTo>
                  <a:pt x="6555711" y="3797201"/>
                  <a:pt x="6389183" y="3746764"/>
                  <a:pt x="6182973" y="3738128"/>
                </a:cubicBezTo>
                <a:cubicBezTo>
                  <a:pt x="5947424" y="3769590"/>
                  <a:pt x="5933644" y="3722917"/>
                  <a:pt x="5755785" y="3738128"/>
                </a:cubicBezTo>
                <a:cubicBezTo>
                  <a:pt x="5558943" y="3751489"/>
                  <a:pt x="5325412" y="3716633"/>
                  <a:pt x="5193697" y="3738128"/>
                </a:cubicBezTo>
                <a:cubicBezTo>
                  <a:pt x="5057599" y="3737114"/>
                  <a:pt x="4681153" y="3671165"/>
                  <a:pt x="4564158" y="3738128"/>
                </a:cubicBezTo>
                <a:cubicBezTo>
                  <a:pt x="4439109" y="3816174"/>
                  <a:pt x="4192490" y="3748713"/>
                  <a:pt x="3867168" y="3738128"/>
                </a:cubicBezTo>
                <a:cubicBezTo>
                  <a:pt x="3538094" y="3723535"/>
                  <a:pt x="3359343" y="3685337"/>
                  <a:pt x="3170179" y="3738128"/>
                </a:cubicBezTo>
                <a:cubicBezTo>
                  <a:pt x="2996254" y="3759411"/>
                  <a:pt x="2832430" y="3697718"/>
                  <a:pt x="2742991" y="3738128"/>
                </a:cubicBezTo>
                <a:cubicBezTo>
                  <a:pt x="2641749" y="3829426"/>
                  <a:pt x="2298490" y="3697845"/>
                  <a:pt x="2113452" y="3738128"/>
                </a:cubicBezTo>
                <a:cubicBezTo>
                  <a:pt x="1947036" y="3766078"/>
                  <a:pt x="1827414" y="3697915"/>
                  <a:pt x="1686265" y="3738128"/>
                </a:cubicBezTo>
                <a:cubicBezTo>
                  <a:pt x="1570464" y="3764004"/>
                  <a:pt x="1420568" y="3710553"/>
                  <a:pt x="1259078" y="3738128"/>
                </a:cubicBezTo>
                <a:cubicBezTo>
                  <a:pt x="1090357" y="3724439"/>
                  <a:pt x="701990" y="3721101"/>
                  <a:pt x="562088" y="3738128"/>
                </a:cubicBezTo>
                <a:cubicBezTo>
                  <a:pt x="385848" y="3749759"/>
                  <a:pt x="158928" y="3729948"/>
                  <a:pt x="0" y="3738128"/>
                </a:cubicBezTo>
                <a:cubicBezTo>
                  <a:pt x="-6913" y="3443830"/>
                  <a:pt x="18222" y="3405359"/>
                  <a:pt x="0" y="3166728"/>
                </a:cubicBezTo>
                <a:cubicBezTo>
                  <a:pt x="-41181" y="2902654"/>
                  <a:pt x="24723" y="2858286"/>
                  <a:pt x="0" y="2557948"/>
                </a:cubicBezTo>
                <a:cubicBezTo>
                  <a:pt x="-6684" y="2260604"/>
                  <a:pt x="61097" y="2158554"/>
                  <a:pt x="0" y="2023929"/>
                </a:cubicBezTo>
                <a:cubicBezTo>
                  <a:pt x="-60904" y="1901211"/>
                  <a:pt x="55113" y="1700001"/>
                  <a:pt x="0" y="1527292"/>
                </a:cubicBezTo>
                <a:cubicBezTo>
                  <a:pt x="-65777" y="1345522"/>
                  <a:pt x="67225" y="1180564"/>
                  <a:pt x="0" y="918511"/>
                </a:cubicBezTo>
                <a:cubicBezTo>
                  <a:pt x="-58648" y="628346"/>
                  <a:pt x="-3301" y="593414"/>
                  <a:pt x="0" y="459256"/>
                </a:cubicBezTo>
                <a:cubicBezTo>
                  <a:pt x="9154" y="353705"/>
                  <a:pt x="7902" y="137909"/>
                  <a:pt x="0" y="0"/>
                </a:cubicBezTo>
                <a:close/>
              </a:path>
            </a:pathLst>
          </a:custGeom>
          <a:ln w="57150">
            <a:solidFill>
              <a:schemeClr val="tx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392926853">
                  <a:custGeom>
                    <a:avLst/>
                    <a:gdLst>
                      <a:gd name="connsiteX0" fmla="*/ 0 w 6745061"/>
                      <a:gd name="connsiteY0" fmla="*/ 0 h 3738128"/>
                      <a:gd name="connsiteX1" fmla="*/ 427187 w 6745061"/>
                      <a:gd name="connsiteY1" fmla="*/ 0 h 3738128"/>
                      <a:gd name="connsiteX2" fmla="*/ 989276 w 6745061"/>
                      <a:gd name="connsiteY2" fmla="*/ 0 h 3738128"/>
                      <a:gd name="connsiteX3" fmla="*/ 1483913 w 6745061"/>
                      <a:gd name="connsiteY3" fmla="*/ 0 h 3738128"/>
                      <a:gd name="connsiteX4" fmla="*/ 1843650 w 6745061"/>
                      <a:gd name="connsiteY4" fmla="*/ 0 h 3738128"/>
                      <a:gd name="connsiteX5" fmla="*/ 2270837 w 6745061"/>
                      <a:gd name="connsiteY5" fmla="*/ 0 h 3738128"/>
                      <a:gd name="connsiteX6" fmla="*/ 2967827 w 6745061"/>
                      <a:gd name="connsiteY6" fmla="*/ 0 h 3738128"/>
                      <a:gd name="connsiteX7" fmla="*/ 3395014 w 6745061"/>
                      <a:gd name="connsiteY7" fmla="*/ 0 h 3738128"/>
                      <a:gd name="connsiteX8" fmla="*/ 4092004 w 6745061"/>
                      <a:gd name="connsiteY8" fmla="*/ 0 h 3738128"/>
                      <a:gd name="connsiteX9" fmla="*/ 4519191 w 6745061"/>
                      <a:gd name="connsiteY9" fmla="*/ 0 h 3738128"/>
                      <a:gd name="connsiteX10" fmla="*/ 5148730 w 6745061"/>
                      <a:gd name="connsiteY10" fmla="*/ 0 h 3738128"/>
                      <a:gd name="connsiteX11" fmla="*/ 5643368 w 6745061"/>
                      <a:gd name="connsiteY11" fmla="*/ 0 h 3738128"/>
                      <a:gd name="connsiteX12" fmla="*/ 6745061 w 6745061"/>
                      <a:gd name="connsiteY12" fmla="*/ 0 h 3738128"/>
                      <a:gd name="connsiteX13" fmla="*/ 6745061 w 6745061"/>
                      <a:gd name="connsiteY13" fmla="*/ 459256 h 3738128"/>
                      <a:gd name="connsiteX14" fmla="*/ 6745061 w 6745061"/>
                      <a:gd name="connsiteY14" fmla="*/ 1030655 h 3738128"/>
                      <a:gd name="connsiteX15" fmla="*/ 6745061 w 6745061"/>
                      <a:gd name="connsiteY15" fmla="*/ 1489911 h 3738128"/>
                      <a:gd name="connsiteX16" fmla="*/ 6745061 w 6745061"/>
                      <a:gd name="connsiteY16" fmla="*/ 2023929 h 3738128"/>
                      <a:gd name="connsiteX17" fmla="*/ 6745061 w 6745061"/>
                      <a:gd name="connsiteY17" fmla="*/ 2483185 h 3738128"/>
                      <a:gd name="connsiteX18" fmla="*/ 6745061 w 6745061"/>
                      <a:gd name="connsiteY18" fmla="*/ 2905059 h 3738128"/>
                      <a:gd name="connsiteX19" fmla="*/ 6745061 w 6745061"/>
                      <a:gd name="connsiteY19" fmla="*/ 3738128 h 3738128"/>
                      <a:gd name="connsiteX20" fmla="*/ 6182973 w 6745061"/>
                      <a:gd name="connsiteY20" fmla="*/ 3738128 h 3738128"/>
                      <a:gd name="connsiteX21" fmla="*/ 5755785 w 6745061"/>
                      <a:gd name="connsiteY21" fmla="*/ 3738128 h 3738128"/>
                      <a:gd name="connsiteX22" fmla="*/ 5193697 w 6745061"/>
                      <a:gd name="connsiteY22" fmla="*/ 3738128 h 3738128"/>
                      <a:gd name="connsiteX23" fmla="*/ 4564158 w 6745061"/>
                      <a:gd name="connsiteY23" fmla="*/ 3738128 h 3738128"/>
                      <a:gd name="connsiteX24" fmla="*/ 3867168 w 6745061"/>
                      <a:gd name="connsiteY24" fmla="*/ 3738128 h 3738128"/>
                      <a:gd name="connsiteX25" fmla="*/ 3170179 w 6745061"/>
                      <a:gd name="connsiteY25" fmla="*/ 3738128 h 3738128"/>
                      <a:gd name="connsiteX26" fmla="*/ 2742991 w 6745061"/>
                      <a:gd name="connsiteY26" fmla="*/ 3738128 h 3738128"/>
                      <a:gd name="connsiteX27" fmla="*/ 2113452 w 6745061"/>
                      <a:gd name="connsiteY27" fmla="*/ 3738128 h 3738128"/>
                      <a:gd name="connsiteX28" fmla="*/ 1686265 w 6745061"/>
                      <a:gd name="connsiteY28" fmla="*/ 3738128 h 3738128"/>
                      <a:gd name="connsiteX29" fmla="*/ 1259078 w 6745061"/>
                      <a:gd name="connsiteY29" fmla="*/ 3738128 h 3738128"/>
                      <a:gd name="connsiteX30" fmla="*/ 562088 w 6745061"/>
                      <a:gd name="connsiteY30" fmla="*/ 3738128 h 3738128"/>
                      <a:gd name="connsiteX31" fmla="*/ 0 w 6745061"/>
                      <a:gd name="connsiteY31" fmla="*/ 3738128 h 3738128"/>
                      <a:gd name="connsiteX32" fmla="*/ 0 w 6745061"/>
                      <a:gd name="connsiteY32" fmla="*/ 3166728 h 3738128"/>
                      <a:gd name="connsiteX33" fmla="*/ 0 w 6745061"/>
                      <a:gd name="connsiteY33" fmla="*/ 2557948 h 3738128"/>
                      <a:gd name="connsiteX34" fmla="*/ 0 w 6745061"/>
                      <a:gd name="connsiteY34" fmla="*/ 2023929 h 3738128"/>
                      <a:gd name="connsiteX35" fmla="*/ 0 w 6745061"/>
                      <a:gd name="connsiteY35" fmla="*/ 1527292 h 3738128"/>
                      <a:gd name="connsiteX36" fmla="*/ 0 w 6745061"/>
                      <a:gd name="connsiteY36" fmla="*/ 918511 h 3738128"/>
                      <a:gd name="connsiteX37" fmla="*/ 0 w 6745061"/>
                      <a:gd name="connsiteY37" fmla="*/ 459256 h 3738128"/>
                      <a:gd name="connsiteX38" fmla="*/ 0 w 6745061"/>
                      <a:gd name="connsiteY38" fmla="*/ 0 h 37381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6745061" h="3738128" fill="none" extrusionOk="0">
                        <a:moveTo>
                          <a:pt x="0" y="0"/>
                        </a:moveTo>
                        <a:cubicBezTo>
                          <a:pt x="200221" y="-14112"/>
                          <a:pt x="338409" y="22422"/>
                          <a:pt x="427187" y="0"/>
                        </a:cubicBezTo>
                        <a:cubicBezTo>
                          <a:pt x="515965" y="-22422"/>
                          <a:pt x="870770" y="53251"/>
                          <a:pt x="989276" y="0"/>
                        </a:cubicBezTo>
                        <a:cubicBezTo>
                          <a:pt x="1107782" y="-53251"/>
                          <a:pt x="1266422" y="29276"/>
                          <a:pt x="1483913" y="0"/>
                        </a:cubicBezTo>
                        <a:cubicBezTo>
                          <a:pt x="1701404" y="-29276"/>
                          <a:pt x="1666302" y="29690"/>
                          <a:pt x="1843650" y="0"/>
                        </a:cubicBezTo>
                        <a:cubicBezTo>
                          <a:pt x="2020998" y="-29690"/>
                          <a:pt x="2166761" y="27630"/>
                          <a:pt x="2270837" y="0"/>
                        </a:cubicBezTo>
                        <a:cubicBezTo>
                          <a:pt x="2374913" y="-27630"/>
                          <a:pt x="2687716" y="77909"/>
                          <a:pt x="2967827" y="0"/>
                        </a:cubicBezTo>
                        <a:cubicBezTo>
                          <a:pt x="3247938" y="-77909"/>
                          <a:pt x="3234659" y="2902"/>
                          <a:pt x="3395014" y="0"/>
                        </a:cubicBezTo>
                        <a:cubicBezTo>
                          <a:pt x="3555369" y="-2902"/>
                          <a:pt x="3935387" y="8758"/>
                          <a:pt x="4092004" y="0"/>
                        </a:cubicBezTo>
                        <a:cubicBezTo>
                          <a:pt x="4248621" y="-8758"/>
                          <a:pt x="4396589" y="5419"/>
                          <a:pt x="4519191" y="0"/>
                        </a:cubicBezTo>
                        <a:cubicBezTo>
                          <a:pt x="4641793" y="-5419"/>
                          <a:pt x="5020864" y="5392"/>
                          <a:pt x="5148730" y="0"/>
                        </a:cubicBezTo>
                        <a:cubicBezTo>
                          <a:pt x="5276596" y="-5392"/>
                          <a:pt x="5484982" y="53800"/>
                          <a:pt x="5643368" y="0"/>
                        </a:cubicBezTo>
                        <a:cubicBezTo>
                          <a:pt x="5801754" y="-53800"/>
                          <a:pt x="6478031" y="124958"/>
                          <a:pt x="6745061" y="0"/>
                        </a:cubicBezTo>
                        <a:cubicBezTo>
                          <a:pt x="6748014" y="110160"/>
                          <a:pt x="6705747" y="311529"/>
                          <a:pt x="6745061" y="459256"/>
                        </a:cubicBezTo>
                        <a:cubicBezTo>
                          <a:pt x="6784375" y="606983"/>
                          <a:pt x="6739627" y="893744"/>
                          <a:pt x="6745061" y="1030655"/>
                        </a:cubicBezTo>
                        <a:cubicBezTo>
                          <a:pt x="6750495" y="1167566"/>
                          <a:pt x="6722209" y="1341385"/>
                          <a:pt x="6745061" y="1489911"/>
                        </a:cubicBezTo>
                        <a:cubicBezTo>
                          <a:pt x="6767913" y="1638437"/>
                          <a:pt x="6708899" y="1819591"/>
                          <a:pt x="6745061" y="2023929"/>
                        </a:cubicBezTo>
                        <a:cubicBezTo>
                          <a:pt x="6781223" y="2228267"/>
                          <a:pt x="6697877" y="2267938"/>
                          <a:pt x="6745061" y="2483185"/>
                        </a:cubicBezTo>
                        <a:cubicBezTo>
                          <a:pt x="6792245" y="2698432"/>
                          <a:pt x="6699792" y="2705294"/>
                          <a:pt x="6745061" y="2905059"/>
                        </a:cubicBezTo>
                        <a:cubicBezTo>
                          <a:pt x="6790330" y="3104824"/>
                          <a:pt x="6740576" y="3361303"/>
                          <a:pt x="6745061" y="3738128"/>
                        </a:cubicBezTo>
                        <a:cubicBezTo>
                          <a:pt x="6590225" y="3774529"/>
                          <a:pt x="6426795" y="3710021"/>
                          <a:pt x="6182973" y="3738128"/>
                        </a:cubicBezTo>
                        <a:cubicBezTo>
                          <a:pt x="5939151" y="3766235"/>
                          <a:pt x="5933462" y="3721669"/>
                          <a:pt x="5755785" y="3738128"/>
                        </a:cubicBezTo>
                        <a:cubicBezTo>
                          <a:pt x="5578108" y="3754587"/>
                          <a:pt x="5322832" y="3718142"/>
                          <a:pt x="5193697" y="3738128"/>
                        </a:cubicBezTo>
                        <a:cubicBezTo>
                          <a:pt x="5064562" y="3758114"/>
                          <a:pt x="4724292" y="3673830"/>
                          <a:pt x="4564158" y="3738128"/>
                        </a:cubicBezTo>
                        <a:cubicBezTo>
                          <a:pt x="4404024" y="3802426"/>
                          <a:pt x="4165493" y="3737252"/>
                          <a:pt x="3867168" y="3738128"/>
                        </a:cubicBezTo>
                        <a:cubicBezTo>
                          <a:pt x="3568843" y="3739004"/>
                          <a:pt x="3369207" y="3702432"/>
                          <a:pt x="3170179" y="3738128"/>
                        </a:cubicBezTo>
                        <a:cubicBezTo>
                          <a:pt x="2971151" y="3773824"/>
                          <a:pt x="2840097" y="3699632"/>
                          <a:pt x="2742991" y="3738128"/>
                        </a:cubicBezTo>
                        <a:cubicBezTo>
                          <a:pt x="2645885" y="3776624"/>
                          <a:pt x="2295695" y="3692530"/>
                          <a:pt x="2113452" y="3738128"/>
                        </a:cubicBezTo>
                        <a:cubicBezTo>
                          <a:pt x="1931209" y="3783726"/>
                          <a:pt x="1802686" y="3702887"/>
                          <a:pt x="1686265" y="3738128"/>
                        </a:cubicBezTo>
                        <a:cubicBezTo>
                          <a:pt x="1569844" y="3773369"/>
                          <a:pt x="1435827" y="3718036"/>
                          <a:pt x="1259078" y="3738128"/>
                        </a:cubicBezTo>
                        <a:cubicBezTo>
                          <a:pt x="1082329" y="3758220"/>
                          <a:pt x="703263" y="3735434"/>
                          <a:pt x="562088" y="3738128"/>
                        </a:cubicBezTo>
                        <a:cubicBezTo>
                          <a:pt x="420913" y="3740822"/>
                          <a:pt x="156075" y="3727818"/>
                          <a:pt x="0" y="3738128"/>
                        </a:cubicBezTo>
                        <a:cubicBezTo>
                          <a:pt x="-11412" y="3459377"/>
                          <a:pt x="35230" y="3408146"/>
                          <a:pt x="0" y="3166728"/>
                        </a:cubicBezTo>
                        <a:cubicBezTo>
                          <a:pt x="-35230" y="2925310"/>
                          <a:pt x="28097" y="2861527"/>
                          <a:pt x="0" y="2557948"/>
                        </a:cubicBezTo>
                        <a:cubicBezTo>
                          <a:pt x="-28097" y="2254369"/>
                          <a:pt x="56901" y="2159323"/>
                          <a:pt x="0" y="2023929"/>
                        </a:cubicBezTo>
                        <a:cubicBezTo>
                          <a:pt x="-56901" y="1888535"/>
                          <a:pt x="44880" y="1692131"/>
                          <a:pt x="0" y="1527292"/>
                        </a:cubicBezTo>
                        <a:cubicBezTo>
                          <a:pt x="-44880" y="1362453"/>
                          <a:pt x="52163" y="1213524"/>
                          <a:pt x="0" y="918511"/>
                        </a:cubicBezTo>
                        <a:cubicBezTo>
                          <a:pt x="-52163" y="623498"/>
                          <a:pt x="3603" y="579100"/>
                          <a:pt x="0" y="459256"/>
                        </a:cubicBezTo>
                        <a:cubicBezTo>
                          <a:pt x="-3603" y="339412"/>
                          <a:pt x="10381" y="120882"/>
                          <a:pt x="0" y="0"/>
                        </a:cubicBezTo>
                        <a:close/>
                      </a:path>
                      <a:path w="6745061" h="3738128" stroke="0" extrusionOk="0">
                        <a:moveTo>
                          <a:pt x="0" y="0"/>
                        </a:moveTo>
                        <a:cubicBezTo>
                          <a:pt x="145121" y="-53809"/>
                          <a:pt x="435878" y="42709"/>
                          <a:pt x="696990" y="0"/>
                        </a:cubicBezTo>
                        <a:cubicBezTo>
                          <a:pt x="958102" y="-42709"/>
                          <a:pt x="915684" y="37210"/>
                          <a:pt x="1056726" y="0"/>
                        </a:cubicBezTo>
                        <a:cubicBezTo>
                          <a:pt x="1197768" y="-37210"/>
                          <a:pt x="1521656" y="24379"/>
                          <a:pt x="1753716" y="0"/>
                        </a:cubicBezTo>
                        <a:cubicBezTo>
                          <a:pt x="1985776" y="-24379"/>
                          <a:pt x="2073552" y="3044"/>
                          <a:pt x="2180903" y="0"/>
                        </a:cubicBezTo>
                        <a:cubicBezTo>
                          <a:pt x="2288254" y="-3044"/>
                          <a:pt x="2605070" y="33948"/>
                          <a:pt x="2810442" y="0"/>
                        </a:cubicBezTo>
                        <a:cubicBezTo>
                          <a:pt x="3015814" y="-33948"/>
                          <a:pt x="3191234" y="83477"/>
                          <a:pt x="3507432" y="0"/>
                        </a:cubicBezTo>
                        <a:cubicBezTo>
                          <a:pt x="3823630" y="-83477"/>
                          <a:pt x="3863646" y="25618"/>
                          <a:pt x="4069520" y="0"/>
                        </a:cubicBezTo>
                        <a:cubicBezTo>
                          <a:pt x="4275394" y="-25618"/>
                          <a:pt x="4399487" y="16273"/>
                          <a:pt x="4564158" y="0"/>
                        </a:cubicBezTo>
                        <a:cubicBezTo>
                          <a:pt x="4728829" y="-16273"/>
                          <a:pt x="4916952" y="48276"/>
                          <a:pt x="5058796" y="0"/>
                        </a:cubicBezTo>
                        <a:cubicBezTo>
                          <a:pt x="5200640" y="-48276"/>
                          <a:pt x="5284387" y="22050"/>
                          <a:pt x="5418532" y="0"/>
                        </a:cubicBezTo>
                        <a:cubicBezTo>
                          <a:pt x="5552677" y="-22050"/>
                          <a:pt x="5885216" y="1520"/>
                          <a:pt x="6115522" y="0"/>
                        </a:cubicBezTo>
                        <a:cubicBezTo>
                          <a:pt x="6345828" y="-1520"/>
                          <a:pt x="6472970" y="3490"/>
                          <a:pt x="6745061" y="0"/>
                        </a:cubicBezTo>
                        <a:cubicBezTo>
                          <a:pt x="6791438" y="110485"/>
                          <a:pt x="6682636" y="406947"/>
                          <a:pt x="6745061" y="534018"/>
                        </a:cubicBezTo>
                        <a:cubicBezTo>
                          <a:pt x="6807486" y="661089"/>
                          <a:pt x="6693046" y="964023"/>
                          <a:pt x="6745061" y="1105418"/>
                        </a:cubicBezTo>
                        <a:cubicBezTo>
                          <a:pt x="6797076" y="1246813"/>
                          <a:pt x="6713324" y="1418657"/>
                          <a:pt x="6745061" y="1639436"/>
                        </a:cubicBezTo>
                        <a:cubicBezTo>
                          <a:pt x="6776798" y="1860215"/>
                          <a:pt x="6696253" y="1919848"/>
                          <a:pt x="6745061" y="2061311"/>
                        </a:cubicBezTo>
                        <a:cubicBezTo>
                          <a:pt x="6793869" y="2202775"/>
                          <a:pt x="6728833" y="2450204"/>
                          <a:pt x="6745061" y="2595329"/>
                        </a:cubicBezTo>
                        <a:cubicBezTo>
                          <a:pt x="6761289" y="2740454"/>
                          <a:pt x="6739882" y="2915002"/>
                          <a:pt x="6745061" y="3204110"/>
                        </a:cubicBezTo>
                        <a:cubicBezTo>
                          <a:pt x="6750240" y="3493218"/>
                          <a:pt x="6699625" y="3531419"/>
                          <a:pt x="6745061" y="3738128"/>
                        </a:cubicBezTo>
                        <a:cubicBezTo>
                          <a:pt x="6471731" y="3783602"/>
                          <a:pt x="6460748" y="3732513"/>
                          <a:pt x="6182973" y="3738128"/>
                        </a:cubicBezTo>
                        <a:cubicBezTo>
                          <a:pt x="5905198" y="3743743"/>
                          <a:pt x="5669543" y="3658795"/>
                          <a:pt x="5485983" y="3738128"/>
                        </a:cubicBezTo>
                        <a:cubicBezTo>
                          <a:pt x="5302423" y="3817461"/>
                          <a:pt x="5218745" y="3730263"/>
                          <a:pt x="5058796" y="3738128"/>
                        </a:cubicBezTo>
                        <a:cubicBezTo>
                          <a:pt x="4898847" y="3745993"/>
                          <a:pt x="4687665" y="3734660"/>
                          <a:pt x="4496707" y="3738128"/>
                        </a:cubicBezTo>
                        <a:cubicBezTo>
                          <a:pt x="4305749" y="3741596"/>
                          <a:pt x="4156294" y="3735066"/>
                          <a:pt x="4002070" y="3738128"/>
                        </a:cubicBezTo>
                        <a:cubicBezTo>
                          <a:pt x="3847846" y="3741190"/>
                          <a:pt x="3760378" y="3697710"/>
                          <a:pt x="3642333" y="3738128"/>
                        </a:cubicBezTo>
                        <a:cubicBezTo>
                          <a:pt x="3524288" y="3778546"/>
                          <a:pt x="3370092" y="3699193"/>
                          <a:pt x="3147695" y="3738128"/>
                        </a:cubicBezTo>
                        <a:cubicBezTo>
                          <a:pt x="2925298" y="3777063"/>
                          <a:pt x="2818483" y="3719401"/>
                          <a:pt x="2585607" y="3738128"/>
                        </a:cubicBezTo>
                        <a:cubicBezTo>
                          <a:pt x="2352731" y="3756855"/>
                          <a:pt x="2183784" y="3696034"/>
                          <a:pt x="1888617" y="3738128"/>
                        </a:cubicBezTo>
                        <a:cubicBezTo>
                          <a:pt x="1593450" y="3780222"/>
                          <a:pt x="1546752" y="3713975"/>
                          <a:pt x="1259078" y="3738128"/>
                        </a:cubicBezTo>
                        <a:cubicBezTo>
                          <a:pt x="971404" y="3762281"/>
                          <a:pt x="880762" y="3710939"/>
                          <a:pt x="629539" y="3738128"/>
                        </a:cubicBezTo>
                        <a:cubicBezTo>
                          <a:pt x="378316" y="3765317"/>
                          <a:pt x="144499" y="3737226"/>
                          <a:pt x="0" y="3738128"/>
                        </a:cubicBezTo>
                        <a:cubicBezTo>
                          <a:pt x="-32131" y="3476760"/>
                          <a:pt x="62594" y="3285381"/>
                          <a:pt x="0" y="3166728"/>
                        </a:cubicBezTo>
                        <a:cubicBezTo>
                          <a:pt x="-62594" y="3048075"/>
                          <a:pt x="53328" y="2765535"/>
                          <a:pt x="0" y="2632710"/>
                        </a:cubicBezTo>
                        <a:cubicBezTo>
                          <a:pt x="-53328" y="2499885"/>
                          <a:pt x="13811" y="2278574"/>
                          <a:pt x="0" y="2136073"/>
                        </a:cubicBezTo>
                        <a:cubicBezTo>
                          <a:pt x="-13811" y="1993572"/>
                          <a:pt x="68434" y="1708914"/>
                          <a:pt x="0" y="1527292"/>
                        </a:cubicBezTo>
                        <a:cubicBezTo>
                          <a:pt x="-68434" y="1345670"/>
                          <a:pt x="52251" y="1172625"/>
                          <a:pt x="0" y="1030655"/>
                        </a:cubicBezTo>
                        <a:cubicBezTo>
                          <a:pt x="-52251" y="888685"/>
                          <a:pt x="73285" y="41772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BEF6D7E-90DC-CE3B-4D82-217873CC6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83651" y="1848818"/>
            <a:ext cx="6732721" cy="3751882"/>
          </a:xfrm>
          <a:custGeom>
            <a:avLst/>
            <a:gdLst>
              <a:gd name="csX0" fmla="*/ 0 w 6732721"/>
              <a:gd name="csY0" fmla="*/ 0 h 3751882"/>
              <a:gd name="csX1" fmla="*/ 359078 w 6732721"/>
              <a:gd name="csY1" fmla="*/ 0 h 3751882"/>
              <a:gd name="csX2" fmla="*/ 1054793 w 6732721"/>
              <a:gd name="csY2" fmla="*/ 0 h 3751882"/>
              <a:gd name="csX3" fmla="*/ 1481199 w 6732721"/>
              <a:gd name="csY3" fmla="*/ 0 h 3751882"/>
              <a:gd name="csX4" fmla="*/ 1974931 w 6732721"/>
              <a:gd name="csY4" fmla="*/ 0 h 3751882"/>
              <a:gd name="csX5" fmla="*/ 2401337 w 6732721"/>
              <a:gd name="csY5" fmla="*/ 0 h 3751882"/>
              <a:gd name="csX6" fmla="*/ 3097052 w 6732721"/>
              <a:gd name="csY6" fmla="*/ 0 h 3751882"/>
              <a:gd name="csX7" fmla="*/ 3523457 w 6732721"/>
              <a:gd name="csY7" fmla="*/ 0 h 3751882"/>
              <a:gd name="csX8" fmla="*/ 3949863 w 6732721"/>
              <a:gd name="csY8" fmla="*/ 0 h 3751882"/>
              <a:gd name="csX9" fmla="*/ 4645577 w 6732721"/>
              <a:gd name="csY9" fmla="*/ 0 h 3751882"/>
              <a:gd name="csX10" fmla="*/ 5139310 w 6732721"/>
              <a:gd name="csY10" fmla="*/ 0 h 3751882"/>
              <a:gd name="csX11" fmla="*/ 5498389 w 6732721"/>
              <a:gd name="csY11" fmla="*/ 0 h 3751882"/>
              <a:gd name="csX12" fmla="*/ 6059449 w 6732721"/>
              <a:gd name="csY12" fmla="*/ 0 h 3751882"/>
              <a:gd name="csX13" fmla="*/ 6732721 w 6732721"/>
              <a:gd name="csY13" fmla="*/ 0 h 3751882"/>
              <a:gd name="csX14" fmla="*/ 6732721 w 6732721"/>
              <a:gd name="csY14" fmla="*/ 498464 h 3751882"/>
              <a:gd name="csX15" fmla="*/ 6732721 w 6732721"/>
              <a:gd name="csY15" fmla="*/ 1109485 h 3751882"/>
              <a:gd name="csX16" fmla="*/ 6732721 w 6732721"/>
              <a:gd name="csY16" fmla="*/ 1645468 h 3751882"/>
              <a:gd name="csX17" fmla="*/ 6732721 w 6732721"/>
              <a:gd name="csY17" fmla="*/ 2143933 h 3751882"/>
              <a:gd name="csX18" fmla="*/ 6732721 w 6732721"/>
              <a:gd name="csY18" fmla="*/ 2604878 h 3751882"/>
              <a:gd name="csX19" fmla="*/ 6732721 w 6732721"/>
              <a:gd name="csY19" fmla="*/ 3065824 h 3751882"/>
              <a:gd name="csX20" fmla="*/ 6732721 w 6732721"/>
              <a:gd name="csY20" fmla="*/ 3751882 h 3751882"/>
              <a:gd name="csX21" fmla="*/ 6171661 w 6732721"/>
              <a:gd name="csY21" fmla="*/ 3751882 h 3751882"/>
              <a:gd name="csX22" fmla="*/ 5809889 w 6732721"/>
              <a:gd name="csY22" fmla="*/ 3751882 h 3751882"/>
              <a:gd name="csX23" fmla="*/ 5475946 w 6732721"/>
              <a:gd name="csY23" fmla="*/ 3751882 h 3751882"/>
              <a:gd name="csX24" fmla="*/ 4914886 w 6732721"/>
              <a:gd name="csY24" fmla="*/ 3751882 h 3751882"/>
              <a:gd name="csX25" fmla="*/ 4488481 w 6732721"/>
              <a:gd name="csY25" fmla="*/ 3751882 h 3751882"/>
              <a:gd name="csX26" fmla="*/ 3994748 w 6732721"/>
              <a:gd name="csY26" fmla="*/ 3751882 h 3751882"/>
              <a:gd name="csX27" fmla="*/ 3501015 w 6732721"/>
              <a:gd name="csY27" fmla="*/ 3751882 h 3751882"/>
              <a:gd name="csX28" fmla="*/ 3074609 w 6732721"/>
              <a:gd name="csY28" fmla="*/ 3751882 h 3751882"/>
              <a:gd name="csX29" fmla="*/ 2446222 w 6732721"/>
              <a:gd name="csY29" fmla="*/ 3751882 h 3751882"/>
              <a:gd name="csX30" fmla="*/ 1885162 w 6732721"/>
              <a:gd name="csY30" fmla="*/ 3751882 h 3751882"/>
              <a:gd name="csX31" fmla="*/ 1526083 w 6732721"/>
              <a:gd name="csY31" fmla="*/ 3751882 h 3751882"/>
              <a:gd name="csX32" fmla="*/ 897696 w 6732721"/>
              <a:gd name="csY32" fmla="*/ 3751882 h 3751882"/>
              <a:gd name="csX33" fmla="*/ 0 w 6732721"/>
              <a:gd name="csY33" fmla="*/ 3751882 h 3751882"/>
              <a:gd name="csX34" fmla="*/ 0 w 6732721"/>
              <a:gd name="csY34" fmla="*/ 3140861 h 3751882"/>
              <a:gd name="csX35" fmla="*/ 0 w 6732721"/>
              <a:gd name="csY35" fmla="*/ 2567359 h 3751882"/>
              <a:gd name="csX36" fmla="*/ 0 w 6732721"/>
              <a:gd name="csY36" fmla="*/ 2068895 h 3751882"/>
              <a:gd name="csX37" fmla="*/ 0 w 6732721"/>
              <a:gd name="csY37" fmla="*/ 1495393 h 3751882"/>
              <a:gd name="csX38" fmla="*/ 0 w 6732721"/>
              <a:gd name="csY38" fmla="*/ 884372 h 3751882"/>
              <a:gd name="csX39" fmla="*/ 0 w 6732721"/>
              <a:gd name="csY39" fmla="*/ 0 h 3751882"/>
              <a:gd name="csX0" fmla="*/ 0 w 6732721"/>
              <a:gd name="csY0" fmla="*/ 0 h 3751882"/>
              <a:gd name="csX1" fmla="*/ 561060 w 6732721"/>
              <a:gd name="csY1" fmla="*/ 0 h 3751882"/>
              <a:gd name="csX2" fmla="*/ 920139 w 6732721"/>
              <a:gd name="csY2" fmla="*/ 0 h 3751882"/>
              <a:gd name="csX3" fmla="*/ 1481199 w 6732721"/>
              <a:gd name="csY3" fmla="*/ 0 h 3751882"/>
              <a:gd name="csX4" fmla="*/ 2176913 w 6732721"/>
              <a:gd name="csY4" fmla="*/ 0 h 3751882"/>
              <a:gd name="csX5" fmla="*/ 2872628 w 6732721"/>
              <a:gd name="csY5" fmla="*/ 0 h 3751882"/>
              <a:gd name="csX6" fmla="*/ 3366361 w 6732721"/>
              <a:gd name="csY6" fmla="*/ 0 h 3751882"/>
              <a:gd name="csX7" fmla="*/ 3725439 w 6732721"/>
              <a:gd name="csY7" fmla="*/ 0 h 3751882"/>
              <a:gd name="csX8" fmla="*/ 4219172 w 6732721"/>
              <a:gd name="csY8" fmla="*/ 0 h 3751882"/>
              <a:gd name="csX9" fmla="*/ 4847559 w 6732721"/>
              <a:gd name="csY9" fmla="*/ 0 h 3751882"/>
              <a:gd name="csX10" fmla="*/ 5475946 w 6732721"/>
              <a:gd name="csY10" fmla="*/ 0 h 3751882"/>
              <a:gd name="csX11" fmla="*/ 5969679 w 6732721"/>
              <a:gd name="csY11" fmla="*/ 0 h 3751882"/>
              <a:gd name="csX12" fmla="*/ 6732721 w 6732721"/>
              <a:gd name="csY12" fmla="*/ 0 h 3751882"/>
              <a:gd name="csX13" fmla="*/ 6732721 w 6732721"/>
              <a:gd name="csY13" fmla="*/ 573502 h 3751882"/>
              <a:gd name="csX14" fmla="*/ 6732721 w 6732721"/>
              <a:gd name="csY14" fmla="*/ 1184523 h 3751882"/>
              <a:gd name="csX15" fmla="*/ 6732721 w 6732721"/>
              <a:gd name="csY15" fmla="*/ 1607949 h 3751882"/>
              <a:gd name="csX16" fmla="*/ 6732721 w 6732721"/>
              <a:gd name="csY16" fmla="*/ 2031376 h 3751882"/>
              <a:gd name="csX17" fmla="*/ 6732721 w 6732721"/>
              <a:gd name="csY17" fmla="*/ 2529840 h 3751882"/>
              <a:gd name="csX18" fmla="*/ 6732721 w 6732721"/>
              <a:gd name="csY18" fmla="*/ 3028305 h 3751882"/>
              <a:gd name="csX19" fmla="*/ 6732721 w 6732721"/>
              <a:gd name="csY19" fmla="*/ 3751882 h 3751882"/>
              <a:gd name="csX20" fmla="*/ 6104334 w 6732721"/>
              <a:gd name="csY20" fmla="*/ 3751882 h 3751882"/>
              <a:gd name="csX21" fmla="*/ 5408619 w 6732721"/>
              <a:gd name="csY21" fmla="*/ 3751882 h 3751882"/>
              <a:gd name="csX22" fmla="*/ 5049541 w 6732721"/>
              <a:gd name="csY22" fmla="*/ 3751882 h 3751882"/>
              <a:gd name="csX23" fmla="*/ 4623135 w 6732721"/>
              <a:gd name="csY23" fmla="*/ 3751882 h 3751882"/>
              <a:gd name="csX24" fmla="*/ 3994748 w 6732721"/>
              <a:gd name="csY24" fmla="*/ 3751882 h 3751882"/>
              <a:gd name="csX25" fmla="*/ 3501015 w 6732721"/>
              <a:gd name="csY25" fmla="*/ 3751882 h 3751882"/>
              <a:gd name="csX26" fmla="*/ 3007282 w 6732721"/>
              <a:gd name="csY26" fmla="*/ 3751882 h 3751882"/>
              <a:gd name="csX27" fmla="*/ 2648204 w 6732721"/>
              <a:gd name="csY27" fmla="*/ 3751882 h 3751882"/>
              <a:gd name="csX28" fmla="*/ 2019816 w 6732721"/>
              <a:gd name="csY28" fmla="*/ 3751882 h 3751882"/>
              <a:gd name="csX29" fmla="*/ 1593411 w 6732721"/>
              <a:gd name="csY29" fmla="*/ 3751882 h 3751882"/>
              <a:gd name="csX30" fmla="*/ 897696 w 6732721"/>
              <a:gd name="csY30" fmla="*/ 3751882 h 3751882"/>
              <a:gd name="csX31" fmla="*/ 0 w 6732721"/>
              <a:gd name="csY31" fmla="*/ 3751882 h 3751882"/>
              <a:gd name="csX32" fmla="*/ 0 w 6732721"/>
              <a:gd name="csY32" fmla="*/ 3140861 h 3751882"/>
              <a:gd name="csX33" fmla="*/ 0 w 6732721"/>
              <a:gd name="csY33" fmla="*/ 2529840 h 3751882"/>
              <a:gd name="csX34" fmla="*/ 0 w 6732721"/>
              <a:gd name="csY34" fmla="*/ 1956338 h 3751882"/>
              <a:gd name="csX35" fmla="*/ 0 w 6732721"/>
              <a:gd name="csY35" fmla="*/ 1420355 h 3751882"/>
              <a:gd name="csX36" fmla="*/ 0 w 6732721"/>
              <a:gd name="csY36" fmla="*/ 996929 h 3751882"/>
              <a:gd name="csX37" fmla="*/ 0 w 6732721"/>
              <a:gd name="csY37" fmla="*/ 0 h 37518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732721" h="3751882" fill="none" extrusionOk="0">
                <a:moveTo>
                  <a:pt x="0" y="0"/>
                </a:moveTo>
                <a:cubicBezTo>
                  <a:pt x="181991" y="-26260"/>
                  <a:pt x="180759" y="8896"/>
                  <a:pt x="359078" y="0"/>
                </a:cubicBezTo>
                <a:cubicBezTo>
                  <a:pt x="545586" y="-14495"/>
                  <a:pt x="881551" y="33318"/>
                  <a:pt x="1054793" y="0"/>
                </a:cubicBezTo>
                <a:cubicBezTo>
                  <a:pt x="1233213" y="-50494"/>
                  <a:pt x="1393085" y="20796"/>
                  <a:pt x="1481199" y="0"/>
                </a:cubicBezTo>
                <a:cubicBezTo>
                  <a:pt x="1629610" y="-39532"/>
                  <a:pt x="1754944" y="-7054"/>
                  <a:pt x="1974931" y="0"/>
                </a:cubicBezTo>
                <a:cubicBezTo>
                  <a:pt x="2190614" y="4860"/>
                  <a:pt x="2235679" y="21428"/>
                  <a:pt x="2401337" y="0"/>
                </a:cubicBezTo>
                <a:cubicBezTo>
                  <a:pt x="2566438" y="-26335"/>
                  <a:pt x="2936447" y="37276"/>
                  <a:pt x="3097052" y="0"/>
                </a:cubicBezTo>
                <a:cubicBezTo>
                  <a:pt x="3286247" y="-92373"/>
                  <a:pt x="3404614" y="-6834"/>
                  <a:pt x="3523457" y="0"/>
                </a:cubicBezTo>
                <a:cubicBezTo>
                  <a:pt x="3635353" y="-32942"/>
                  <a:pt x="3832538" y="37667"/>
                  <a:pt x="3949863" y="0"/>
                </a:cubicBezTo>
                <a:cubicBezTo>
                  <a:pt x="4101789" y="-97744"/>
                  <a:pt x="4412083" y="60865"/>
                  <a:pt x="4645577" y="0"/>
                </a:cubicBezTo>
                <a:cubicBezTo>
                  <a:pt x="4879427" y="-78523"/>
                  <a:pt x="4897650" y="15933"/>
                  <a:pt x="5139310" y="0"/>
                </a:cubicBezTo>
                <a:cubicBezTo>
                  <a:pt x="5355787" y="-32186"/>
                  <a:pt x="5440443" y="12592"/>
                  <a:pt x="5498389" y="0"/>
                </a:cubicBezTo>
                <a:cubicBezTo>
                  <a:pt x="5569278" y="-29400"/>
                  <a:pt x="5757212" y="30736"/>
                  <a:pt x="6059449" y="0"/>
                </a:cubicBezTo>
                <a:cubicBezTo>
                  <a:pt x="6319668" y="15392"/>
                  <a:pt x="6501872" y="27362"/>
                  <a:pt x="6732721" y="0"/>
                </a:cubicBezTo>
                <a:cubicBezTo>
                  <a:pt x="6767940" y="187710"/>
                  <a:pt x="6705184" y="395129"/>
                  <a:pt x="6732721" y="498464"/>
                </a:cubicBezTo>
                <a:cubicBezTo>
                  <a:pt x="6785510" y="542937"/>
                  <a:pt x="6712152" y="906884"/>
                  <a:pt x="6732721" y="1109485"/>
                </a:cubicBezTo>
                <a:cubicBezTo>
                  <a:pt x="6775438" y="1315752"/>
                  <a:pt x="6677200" y="1461991"/>
                  <a:pt x="6732721" y="1645468"/>
                </a:cubicBezTo>
                <a:cubicBezTo>
                  <a:pt x="6750006" y="1853431"/>
                  <a:pt x="6668733" y="1902059"/>
                  <a:pt x="6732721" y="2143933"/>
                </a:cubicBezTo>
                <a:cubicBezTo>
                  <a:pt x="6784694" y="2372656"/>
                  <a:pt x="6695406" y="2418043"/>
                  <a:pt x="6732721" y="2604878"/>
                </a:cubicBezTo>
                <a:cubicBezTo>
                  <a:pt x="6768723" y="2778006"/>
                  <a:pt x="6711430" y="2847029"/>
                  <a:pt x="6732721" y="3065824"/>
                </a:cubicBezTo>
                <a:cubicBezTo>
                  <a:pt x="6775779" y="3291418"/>
                  <a:pt x="6722515" y="3492662"/>
                  <a:pt x="6732721" y="3751882"/>
                </a:cubicBezTo>
                <a:cubicBezTo>
                  <a:pt x="6514508" y="3771677"/>
                  <a:pt x="6323782" y="3767511"/>
                  <a:pt x="6171661" y="3751882"/>
                </a:cubicBezTo>
                <a:cubicBezTo>
                  <a:pt x="5991894" y="3787533"/>
                  <a:pt x="5917919" y="3735169"/>
                  <a:pt x="5809889" y="3751882"/>
                </a:cubicBezTo>
                <a:cubicBezTo>
                  <a:pt x="5701859" y="3768595"/>
                  <a:pt x="5568816" y="3724224"/>
                  <a:pt x="5475946" y="3751882"/>
                </a:cubicBezTo>
                <a:cubicBezTo>
                  <a:pt x="5336054" y="3726552"/>
                  <a:pt x="5060621" y="3728988"/>
                  <a:pt x="4914886" y="3751882"/>
                </a:cubicBezTo>
                <a:cubicBezTo>
                  <a:pt x="4760117" y="3797073"/>
                  <a:pt x="4578577" y="3730436"/>
                  <a:pt x="4488481" y="3751882"/>
                </a:cubicBezTo>
                <a:cubicBezTo>
                  <a:pt x="4403115" y="3783460"/>
                  <a:pt x="4154829" y="3696161"/>
                  <a:pt x="3994748" y="3751882"/>
                </a:cubicBezTo>
                <a:cubicBezTo>
                  <a:pt x="3816870" y="3781381"/>
                  <a:pt x="3709041" y="3716199"/>
                  <a:pt x="3501015" y="3751882"/>
                </a:cubicBezTo>
                <a:cubicBezTo>
                  <a:pt x="3279985" y="3767680"/>
                  <a:pt x="3247777" y="3749261"/>
                  <a:pt x="3074609" y="3751882"/>
                </a:cubicBezTo>
                <a:cubicBezTo>
                  <a:pt x="2905120" y="3732681"/>
                  <a:pt x="2619998" y="3707723"/>
                  <a:pt x="2446222" y="3751882"/>
                </a:cubicBezTo>
                <a:cubicBezTo>
                  <a:pt x="2305438" y="3794964"/>
                  <a:pt x="1992414" y="3731881"/>
                  <a:pt x="1885162" y="3751882"/>
                </a:cubicBezTo>
                <a:cubicBezTo>
                  <a:pt x="1754553" y="3766322"/>
                  <a:pt x="1592530" y="3718305"/>
                  <a:pt x="1526083" y="3751882"/>
                </a:cubicBezTo>
                <a:cubicBezTo>
                  <a:pt x="1445116" y="3804597"/>
                  <a:pt x="1089379" y="3744418"/>
                  <a:pt x="897696" y="3751882"/>
                </a:cubicBezTo>
                <a:cubicBezTo>
                  <a:pt x="659744" y="3781678"/>
                  <a:pt x="479799" y="3747675"/>
                  <a:pt x="0" y="3751882"/>
                </a:cubicBezTo>
                <a:cubicBezTo>
                  <a:pt x="-86594" y="3564267"/>
                  <a:pt x="21972" y="3434890"/>
                  <a:pt x="0" y="3140861"/>
                </a:cubicBezTo>
                <a:cubicBezTo>
                  <a:pt x="-26247" y="2841197"/>
                  <a:pt x="47371" y="2841929"/>
                  <a:pt x="0" y="2567359"/>
                </a:cubicBezTo>
                <a:cubicBezTo>
                  <a:pt x="-34609" y="2302158"/>
                  <a:pt x="26986" y="2196100"/>
                  <a:pt x="0" y="2068895"/>
                </a:cubicBezTo>
                <a:cubicBezTo>
                  <a:pt x="-34835" y="1919592"/>
                  <a:pt x="59348" y="1776838"/>
                  <a:pt x="0" y="1495393"/>
                </a:cubicBezTo>
                <a:cubicBezTo>
                  <a:pt x="-19302" y="1207903"/>
                  <a:pt x="44570" y="1123625"/>
                  <a:pt x="0" y="884372"/>
                </a:cubicBezTo>
                <a:cubicBezTo>
                  <a:pt x="2289" y="646024"/>
                  <a:pt x="42996" y="205008"/>
                  <a:pt x="0" y="0"/>
                </a:cubicBezTo>
                <a:close/>
              </a:path>
              <a:path w="6732721" h="3751882" stroke="0" extrusionOk="0">
                <a:moveTo>
                  <a:pt x="0" y="0"/>
                </a:moveTo>
                <a:cubicBezTo>
                  <a:pt x="240969" y="-20054"/>
                  <a:pt x="294734" y="9788"/>
                  <a:pt x="561060" y="0"/>
                </a:cubicBezTo>
                <a:cubicBezTo>
                  <a:pt x="830743" y="-22306"/>
                  <a:pt x="736123" y="11483"/>
                  <a:pt x="920139" y="0"/>
                </a:cubicBezTo>
                <a:cubicBezTo>
                  <a:pt x="1082385" y="-2310"/>
                  <a:pt x="1326242" y="10258"/>
                  <a:pt x="1481199" y="0"/>
                </a:cubicBezTo>
                <a:cubicBezTo>
                  <a:pt x="1723953" y="-6024"/>
                  <a:pt x="1878985" y="62951"/>
                  <a:pt x="2176913" y="0"/>
                </a:cubicBezTo>
                <a:cubicBezTo>
                  <a:pt x="2449799" y="-98664"/>
                  <a:pt x="2592009" y="11807"/>
                  <a:pt x="2872628" y="0"/>
                </a:cubicBezTo>
                <a:cubicBezTo>
                  <a:pt x="3095853" y="7283"/>
                  <a:pt x="3243343" y="66428"/>
                  <a:pt x="3366361" y="0"/>
                </a:cubicBezTo>
                <a:cubicBezTo>
                  <a:pt x="3504985" y="-37726"/>
                  <a:pt x="3630003" y="6713"/>
                  <a:pt x="3725439" y="0"/>
                </a:cubicBezTo>
                <a:cubicBezTo>
                  <a:pt x="3862435" y="-13821"/>
                  <a:pt x="3995447" y="57948"/>
                  <a:pt x="4219172" y="0"/>
                </a:cubicBezTo>
                <a:cubicBezTo>
                  <a:pt x="4396857" y="-38978"/>
                  <a:pt x="4614131" y="41212"/>
                  <a:pt x="4847559" y="0"/>
                </a:cubicBezTo>
                <a:cubicBezTo>
                  <a:pt x="5120940" y="-60354"/>
                  <a:pt x="5276895" y="48386"/>
                  <a:pt x="5475946" y="0"/>
                </a:cubicBezTo>
                <a:cubicBezTo>
                  <a:pt x="5678347" y="-23629"/>
                  <a:pt x="5781839" y="4973"/>
                  <a:pt x="5969679" y="0"/>
                </a:cubicBezTo>
                <a:cubicBezTo>
                  <a:pt x="6173068" y="-69834"/>
                  <a:pt x="6535025" y="42288"/>
                  <a:pt x="6732721" y="0"/>
                </a:cubicBezTo>
                <a:cubicBezTo>
                  <a:pt x="6751170" y="240513"/>
                  <a:pt x="6675074" y="303156"/>
                  <a:pt x="6732721" y="573502"/>
                </a:cubicBezTo>
                <a:cubicBezTo>
                  <a:pt x="6782653" y="815065"/>
                  <a:pt x="6701197" y="1017511"/>
                  <a:pt x="6732721" y="1184523"/>
                </a:cubicBezTo>
                <a:cubicBezTo>
                  <a:pt x="6743722" y="1327330"/>
                  <a:pt x="6702825" y="1482911"/>
                  <a:pt x="6732721" y="1607949"/>
                </a:cubicBezTo>
                <a:cubicBezTo>
                  <a:pt x="6768613" y="1759895"/>
                  <a:pt x="6685925" y="1821153"/>
                  <a:pt x="6732721" y="2031376"/>
                </a:cubicBezTo>
                <a:cubicBezTo>
                  <a:pt x="6761402" y="2238485"/>
                  <a:pt x="6674699" y="2431680"/>
                  <a:pt x="6732721" y="2529840"/>
                </a:cubicBezTo>
                <a:cubicBezTo>
                  <a:pt x="6728573" y="2649075"/>
                  <a:pt x="6698103" y="2855079"/>
                  <a:pt x="6732721" y="3028305"/>
                </a:cubicBezTo>
                <a:cubicBezTo>
                  <a:pt x="6786078" y="3246253"/>
                  <a:pt x="6654370" y="3452308"/>
                  <a:pt x="6732721" y="3751882"/>
                </a:cubicBezTo>
                <a:cubicBezTo>
                  <a:pt x="6579210" y="3803819"/>
                  <a:pt x="6355392" y="3739871"/>
                  <a:pt x="6104334" y="3751882"/>
                </a:cubicBezTo>
                <a:cubicBezTo>
                  <a:pt x="5855461" y="3729181"/>
                  <a:pt x="5664308" y="3665177"/>
                  <a:pt x="5408619" y="3751882"/>
                </a:cubicBezTo>
                <a:cubicBezTo>
                  <a:pt x="5156509" y="3799264"/>
                  <a:pt x="5186262" y="3751059"/>
                  <a:pt x="5049541" y="3751882"/>
                </a:cubicBezTo>
                <a:cubicBezTo>
                  <a:pt x="4894668" y="3742555"/>
                  <a:pt x="4717119" y="3746418"/>
                  <a:pt x="4623135" y="3751882"/>
                </a:cubicBezTo>
                <a:cubicBezTo>
                  <a:pt x="4514207" y="3808183"/>
                  <a:pt x="4186045" y="3743112"/>
                  <a:pt x="3994748" y="3751882"/>
                </a:cubicBezTo>
                <a:cubicBezTo>
                  <a:pt x="3745257" y="3832356"/>
                  <a:pt x="3723544" y="3694842"/>
                  <a:pt x="3501015" y="3751882"/>
                </a:cubicBezTo>
                <a:cubicBezTo>
                  <a:pt x="3296708" y="3827611"/>
                  <a:pt x="3223656" y="3743079"/>
                  <a:pt x="3007282" y="3751882"/>
                </a:cubicBezTo>
                <a:cubicBezTo>
                  <a:pt x="2775192" y="3791228"/>
                  <a:pt x="2809010" y="3707989"/>
                  <a:pt x="2648204" y="3751882"/>
                </a:cubicBezTo>
                <a:cubicBezTo>
                  <a:pt x="2467548" y="3781871"/>
                  <a:pt x="2186126" y="3698248"/>
                  <a:pt x="2019816" y="3751882"/>
                </a:cubicBezTo>
                <a:cubicBezTo>
                  <a:pt x="1867251" y="3763638"/>
                  <a:pt x="1763123" y="3757209"/>
                  <a:pt x="1593411" y="3751882"/>
                </a:cubicBezTo>
                <a:cubicBezTo>
                  <a:pt x="1485085" y="3738276"/>
                  <a:pt x="1192162" y="3676949"/>
                  <a:pt x="897696" y="3751882"/>
                </a:cubicBezTo>
                <a:cubicBezTo>
                  <a:pt x="573742" y="3784247"/>
                  <a:pt x="427475" y="3695341"/>
                  <a:pt x="0" y="3751882"/>
                </a:cubicBezTo>
                <a:cubicBezTo>
                  <a:pt x="-42334" y="3475615"/>
                  <a:pt x="27950" y="3361283"/>
                  <a:pt x="0" y="3140861"/>
                </a:cubicBezTo>
                <a:cubicBezTo>
                  <a:pt x="-22436" y="2911024"/>
                  <a:pt x="59783" y="2719350"/>
                  <a:pt x="0" y="2529840"/>
                </a:cubicBezTo>
                <a:cubicBezTo>
                  <a:pt x="-50186" y="2342595"/>
                  <a:pt x="36849" y="2069349"/>
                  <a:pt x="0" y="1956338"/>
                </a:cubicBezTo>
                <a:cubicBezTo>
                  <a:pt x="435" y="1772977"/>
                  <a:pt x="-4708" y="1615194"/>
                  <a:pt x="0" y="1420355"/>
                </a:cubicBezTo>
                <a:cubicBezTo>
                  <a:pt x="13695" y="1213622"/>
                  <a:pt x="27186" y="1112360"/>
                  <a:pt x="0" y="996929"/>
                </a:cubicBezTo>
                <a:cubicBezTo>
                  <a:pt x="-57716" y="936562"/>
                  <a:pt x="81237" y="533781"/>
                  <a:pt x="0" y="0"/>
                </a:cubicBezTo>
                <a:close/>
              </a:path>
              <a:path w="6732721" h="3751882" fill="none" stroke="0" extrusionOk="0">
                <a:moveTo>
                  <a:pt x="0" y="0"/>
                </a:moveTo>
                <a:cubicBezTo>
                  <a:pt x="171849" y="-27735"/>
                  <a:pt x="187642" y="-2386"/>
                  <a:pt x="359078" y="0"/>
                </a:cubicBezTo>
                <a:cubicBezTo>
                  <a:pt x="537652" y="1028"/>
                  <a:pt x="874743" y="30312"/>
                  <a:pt x="1054793" y="0"/>
                </a:cubicBezTo>
                <a:cubicBezTo>
                  <a:pt x="1224653" y="-5892"/>
                  <a:pt x="1389382" y="23755"/>
                  <a:pt x="1481199" y="0"/>
                </a:cubicBezTo>
                <a:cubicBezTo>
                  <a:pt x="1619854" y="-16075"/>
                  <a:pt x="1772762" y="-23237"/>
                  <a:pt x="1974931" y="0"/>
                </a:cubicBezTo>
                <a:cubicBezTo>
                  <a:pt x="2178748" y="-14165"/>
                  <a:pt x="2234295" y="16376"/>
                  <a:pt x="2401337" y="0"/>
                </a:cubicBezTo>
                <a:cubicBezTo>
                  <a:pt x="2527582" y="-58761"/>
                  <a:pt x="2954994" y="75462"/>
                  <a:pt x="3097052" y="0"/>
                </a:cubicBezTo>
                <a:cubicBezTo>
                  <a:pt x="3268409" y="-70803"/>
                  <a:pt x="3431680" y="32843"/>
                  <a:pt x="3523457" y="0"/>
                </a:cubicBezTo>
                <a:cubicBezTo>
                  <a:pt x="3634662" y="-63367"/>
                  <a:pt x="3835064" y="43680"/>
                  <a:pt x="3949863" y="0"/>
                </a:cubicBezTo>
                <a:cubicBezTo>
                  <a:pt x="4108924" y="-40550"/>
                  <a:pt x="4417387" y="53612"/>
                  <a:pt x="4645577" y="0"/>
                </a:cubicBezTo>
                <a:cubicBezTo>
                  <a:pt x="4899724" y="-66581"/>
                  <a:pt x="4918838" y="26174"/>
                  <a:pt x="5139310" y="0"/>
                </a:cubicBezTo>
                <a:cubicBezTo>
                  <a:pt x="5382180" y="-40063"/>
                  <a:pt x="5420718" y="42736"/>
                  <a:pt x="5498389" y="0"/>
                </a:cubicBezTo>
                <a:cubicBezTo>
                  <a:pt x="5543104" y="-30109"/>
                  <a:pt x="5795289" y="64901"/>
                  <a:pt x="6059449" y="0"/>
                </a:cubicBezTo>
                <a:cubicBezTo>
                  <a:pt x="6360945" y="-25888"/>
                  <a:pt x="6521536" y="-29886"/>
                  <a:pt x="6732721" y="0"/>
                </a:cubicBezTo>
                <a:cubicBezTo>
                  <a:pt x="6746639" y="158193"/>
                  <a:pt x="6686030" y="398413"/>
                  <a:pt x="6732721" y="498464"/>
                </a:cubicBezTo>
                <a:cubicBezTo>
                  <a:pt x="6732419" y="563143"/>
                  <a:pt x="6675726" y="863774"/>
                  <a:pt x="6732721" y="1109485"/>
                </a:cubicBezTo>
                <a:cubicBezTo>
                  <a:pt x="6731223" y="1346356"/>
                  <a:pt x="6687580" y="1470101"/>
                  <a:pt x="6732721" y="1645468"/>
                </a:cubicBezTo>
                <a:cubicBezTo>
                  <a:pt x="6782058" y="1843620"/>
                  <a:pt x="6673159" y="1889448"/>
                  <a:pt x="6732721" y="2143933"/>
                </a:cubicBezTo>
                <a:cubicBezTo>
                  <a:pt x="6776893" y="2383377"/>
                  <a:pt x="6708017" y="2433198"/>
                  <a:pt x="6732721" y="2604878"/>
                </a:cubicBezTo>
                <a:cubicBezTo>
                  <a:pt x="6762876" y="2782604"/>
                  <a:pt x="6708704" y="2821176"/>
                  <a:pt x="6732721" y="3065824"/>
                </a:cubicBezTo>
                <a:cubicBezTo>
                  <a:pt x="6779427" y="3321717"/>
                  <a:pt x="6744494" y="3436973"/>
                  <a:pt x="6732721" y="3751882"/>
                </a:cubicBezTo>
                <a:cubicBezTo>
                  <a:pt x="6576277" y="3807300"/>
                  <a:pt x="6304856" y="3749693"/>
                  <a:pt x="6171661" y="3751882"/>
                </a:cubicBezTo>
                <a:cubicBezTo>
                  <a:pt x="6052687" y="3762115"/>
                  <a:pt x="5998902" y="3744616"/>
                  <a:pt x="5844675" y="3751882"/>
                </a:cubicBezTo>
                <a:cubicBezTo>
                  <a:pt x="5690448" y="3759148"/>
                  <a:pt x="5644001" y="3718230"/>
                  <a:pt x="5475946" y="3751882"/>
                </a:cubicBezTo>
                <a:cubicBezTo>
                  <a:pt x="5357244" y="3761323"/>
                  <a:pt x="5056860" y="3738958"/>
                  <a:pt x="4914886" y="3751882"/>
                </a:cubicBezTo>
                <a:cubicBezTo>
                  <a:pt x="4788586" y="3774189"/>
                  <a:pt x="4603367" y="3720159"/>
                  <a:pt x="4488481" y="3751882"/>
                </a:cubicBezTo>
                <a:cubicBezTo>
                  <a:pt x="4383808" y="3789493"/>
                  <a:pt x="4184381" y="3705106"/>
                  <a:pt x="3994748" y="3751882"/>
                </a:cubicBezTo>
                <a:cubicBezTo>
                  <a:pt x="3792264" y="3811450"/>
                  <a:pt x="3722288" y="3713817"/>
                  <a:pt x="3501015" y="3751882"/>
                </a:cubicBezTo>
                <a:cubicBezTo>
                  <a:pt x="3281701" y="3767827"/>
                  <a:pt x="3254761" y="3751084"/>
                  <a:pt x="3074609" y="3751882"/>
                </a:cubicBezTo>
                <a:cubicBezTo>
                  <a:pt x="2883273" y="3754879"/>
                  <a:pt x="2602848" y="3689294"/>
                  <a:pt x="2446222" y="3751882"/>
                </a:cubicBezTo>
                <a:cubicBezTo>
                  <a:pt x="2242923" y="3792195"/>
                  <a:pt x="2016018" y="3712400"/>
                  <a:pt x="1885162" y="3751882"/>
                </a:cubicBezTo>
                <a:cubicBezTo>
                  <a:pt x="1752568" y="3794197"/>
                  <a:pt x="1622088" y="3712086"/>
                  <a:pt x="1526083" y="3751882"/>
                </a:cubicBezTo>
                <a:cubicBezTo>
                  <a:pt x="1438118" y="3789045"/>
                  <a:pt x="1059471" y="3729257"/>
                  <a:pt x="897696" y="3751882"/>
                </a:cubicBezTo>
                <a:cubicBezTo>
                  <a:pt x="839466" y="3765796"/>
                  <a:pt x="468431" y="3665351"/>
                  <a:pt x="0" y="3751882"/>
                </a:cubicBezTo>
                <a:cubicBezTo>
                  <a:pt x="-79184" y="3617313"/>
                  <a:pt x="19361" y="3439398"/>
                  <a:pt x="0" y="3140861"/>
                </a:cubicBezTo>
                <a:cubicBezTo>
                  <a:pt x="-12609" y="2835593"/>
                  <a:pt x="36024" y="2843484"/>
                  <a:pt x="0" y="2567359"/>
                </a:cubicBezTo>
                <a:cubicBezTo>
                  <a:pt x="-31468" y="2282400"/>
                  <a:pt x="24169" y="2169283"/>
                  <a:pt x="0" y="2068895"/>
                </a:cubicBezTo>
                <a:cubicBezTo>
                  <a:pt x="-10570" y="1977155"/>
                  <a:pt x="11066" y="1764212"/>
                  <a:pt x="0" y="1495393"/>
                </a:cubicBezTo>
                <a:cubicBezTo>
                  <a:pt x="-31639" y="1215167"/>
                  <a:pt x="45233" y="1115160"/>
                  <a:pt x="0" y="884372"/>
                </a:cubicBezTo>
                <a:cubicBezTo>
                  <a:pt x="-43807" y="631457"/>
                  <a:pt x="71667" y="249095"/>
                  <a:pt x="0" y="0"/>
                </a:cubicBezTo>
                <a:close/>
              </a:path>
            </a:pathLst>
          </a:custGeom>
          <a:ln w="57150">
            <a:solidFill>
              <a:schemeClr val="tx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49387">
                  <a:custGeom>
                    <a:avLst/>
                    <a:gdLst>
                      <a:gd name="connsiteX0" fmla="*/ 0 w 6732721"/>
                      <a:gd name="connsiteY0" fmla="*/ 0 h 3751882"/>
                      <a:gd name="connsiteX1" fmla="*/ 359078 w 6732721"/>
                      <a:gd name="connsiteY1" fmla="*/ 0 h 3751882"/>
                      <a:gd name="connsiteX2" fmla="*/ 1054793 w 6732721"/>
                      <a:gd name="connsiteY2" fmla="*/ 0 h 3751882"/>
                      <a:gd name="connsiteX3" fmla="*/ 1481199 w 6732721"/>
                      <a:gd name="connsiteY3" fmla="*/ 0 h 3751882"/>
                      <a:gd name="connsiteX4" fmla="*/ 1974931 w 6732721"/>
                      <a:gd name="connsiteY4" fmla="*/ 0 h 3751882"/>
                      <a:gd name="connsiteX5" fmla="*/ 2401337 w 6732721"/>
                      <a:gd name="connsiteY5" fmla="*/ 0 h 3751882"/>
                      <a:gd name="connsiteX6" fmla="*/ 3097052 w 6732721"/>
                      <a:gd name="connsiteY6" fmla="*/ 0 h 3751882"/>
                      <a:gd name="connsiteX7" fmla="*/ 3523457 w 6732721"/>
                      <a:gd name="connsiteY7" fmla="*/ 0 h 3751882"/>
                      <a:gd name="connsiteX8" fmla="*/ 3949863 w 6732721"/>
                      <a:gd name="connsiteY8" fmla="*/ 0 h 3751882"/>
                      <a:gd name="connsiteX9" fmla="*/ 4645577 w 6732721"/>
                      <a:gd name="connsiteY9" fmla="*/ 0 h 3751882"/>
                      <a:gd name="connsiteX10" fmla="*/ 5139310 w 6732721"/>
                      <a:gd name="connsiteY10" fmla="*/ 0 h 3751882"/>
                      <a:gd name="connsiteX11" fmla="*/ 5498389 w 6732721"/>
                      <a:gd name="connsiteY11" fmla="*/ 0 h 3751882"/>
                      <a:gd name="connsiteX12" fmla="*/ 6059449 w 6732721"/>
                      <a:gd name="connsiteY12" fmla="*/ 0 h 3751882"/>
                      <a:gd name="connsiteX13" fmla="*/ 6732721 w 6732721"/>
                      <a:gd name="connsiteY13" fmla="*/ 0 h 3751882"/>
                      <a:gd name="connsiteX14" fmla="*/ 6732721 w 6732721"/>
                      <a:gd name="connsiteY14" fmla="*/ 498464 h 3751882"/>
                      <a:gd name="connsiteX15" fmla="*/ 6732721 w 6732721"/>
                      <a:gd name="connsiteY15" fmla="*/ 1109485 h 3751882"/>
                      <a:gd name="connsiteX16" fmla="*/ 6732721 w 6732721"/>
                      <a:gd name="connsiteY16" fmla="*/ 1645468 h 3751882"/>
                      <a:gd name="connsiteX17" fmla="*/ 6732721 w 6732721"/>
                      <a:gd name="connsiteY17" fmla="*/ 2143933 h 3751882"/>
                      <a:gd name="connsiteX18" fmla="*/ 6732721 w 6732721"/>
                      <a:gd name="connsiteY18" fmla="*/ 2604878 h 3751882"/>
                      <a:gd name="connsiteX19" fmla="*/ 6732721 w 6732721"/>
                      <a:gd name="connsiteY19" fmla="*/ 3065824 h 3751882"/>
                      <a:gd name="connsiteX20" fmla="*/ 6732721 w 6732721"/>
                      <a:gd name="connsiteY20" fmla="*/ 3751882 h 3751882"/>
                      <a:gd name="connsiteX21" fmla="*/ 6171661 w 6732721"/>
                      <a:gd name="connsiteY21" fmla="*/ 3751882 h 3751882"/>
                      <a:gd name="connsiteX22" fmla="*/ 5475946 w 6732721"/>
                      <a:gd name="connsiteY22" fmla="*/ 3751882 h 3751882"/>
                      <a:gd name="connsiteX23" fmla="*/ 4914886 w 6732721"/>
                      <a:gd name="connsiteY23" fmla="*/ 3751882 h 3751882"/>
                      <a:gd name="connsiteX24" fmla="*/ 4488481 w 6732721"/>
                      <a:gd name="connsiteY24" fmla="*/ 3751882 h 3751882"/>
                      <a:gd name="connsiteX25" fmla="*/ 3994748 w 6732721"/>
                      <a:gd name="connsiteY25" fmla="*/ 3751882 h 3751882"/>
                      <a:gd name="connsiteX26" fmla="*/ 3501015 w 6732721"/>
                      <a:gd name="connsiteY26" fmla="*/ 3751882 h 3751882"/>
                      <a:gd name="connsiteX27" fmla="*/ 3074609 w 6732721"/>
                      <a:gd name="connsiteY27" fmla="*/ 3751882 h 3751882"/>
                      <a:gd name="connsiteX28" fmla="*/ 2446222 w 6732721"/>
                      <a:gd name="connsiteY28" fmla="*/ 3751882 h 3751882"/>
                      <a:gd name="connsiteX29" fmla="*/ 1885162 w 6732721"/>
                      <a:gd name="connsiteY29" fmla="*/ 3751882 h 3751882"/>
                      <a:gd name="connsiteX30" fmla="*/ 1526083 w 6732721"/>
                      <a:gd name="connsiteY30" fmla="*/ 3751882 h 3751882"/>
                      <a:gd name="connsiteX31" fmla="*/ 897696 w 6732721"/>
                      <a:gd name="connsiteY31" fmla="*/ 3751882 h 3751882"/>
                      <a:gd name="connsiteX32" fmla="*/ 0 w 6732721"/>
                      <a:gd name="connsiteY32" fmla="*/ 3751882 h 3751882"/>
                      <a:gd name="connsiteX33" fmla="*/ 0 w 6732721"/>
                      <a:gd name="connsiteY33" fmla="*/ 3140861 h 3751882"/>
                      <a:gd name="connsiteX34" fmla="*/ 0 w 6732721"/>
                      <a:gd name="connsiteY34" fmla="*/ 2567359 h 3751882"/>
                      <a:gd name="connsiteX35" fmla="*/ 0 w 6732721"/>
                      <a:gd name="connsiteY35" fmla="*/ 2068895 h 3751882"/>
                      <a:gd name="connsiteX36" fmla="*/ 0 w 6732721"/>
                      <a:gd name="connsiteY36" fmla="*/ 1495393 h 3751882"/>
                      <a:gd name="connsiteX37" fmla="*/ 0 w 6732721"/>
                      <a:gd name="connsiteY37" fmla="*/ 884372 h 3751882"/>
                      <a:gd name="connsiteX38" fmla="*/ 0 w 6732721"/>
                      <a:gd name="connsiteY38" fmla="*/ 0 h 3751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6732721" h="3751882" fill="none" extrusionOk="0">
                        <a:moveTo>
                          <a:pt x="0" y="0"/>
                        </a:moveTo>
                        <a:cubicBezTo>
                          <a:pt x="176888" y="-22129"/>
                          <a:pt x="182416" y="2940"/>
                          <a:pt x="359078" y="0"/>
                        </a:cubicBezTo>
                        <a:cubicBezTo>
                          <a:pt x="535740" y="-2940"/>
                          <a:pt x="885639" y="32824"/>
                          <a:pt x="1054793" y="0"/>
                        </a:cubicBezTo>
                        <a:cubicBezTo>
                          <a:pt x="1223948" y="-32824"/>
                          <a:pt x="1360400" y="36322"/>
                          <a:pt x="1481199" y="0"/>
                        </a:cubicBezTo>
                        <a:cubicBezTo>
                          <a:pt x="1601998" y="-36322"/>
                          <a:pt x="1762477" y="3167"/>
                          <a:pt x="1974931" y="0"/>
                        </a:cubicBezTo>
                        <a:cubicBezTo>
                          <a:pt x="2187385" y="-3167"/>
                          <a:pt x="2232568" y="32128"/>
                          <a:pt x="2401337" y="0"/>
                        </a:cubicBezTo>
                        <a:cubicBezTo>
                          <a:pt x="2570106" y="-32128"/>
                          <a:pt x="2923374" y="67099"/>
                          <a:pt x="3097052" y="0"/>
                        </a:cubicBezTo>
                        <a:cubicBezTo>
                          <a:pt x="3270731" y="-67099"/>
                          <a:pt x="3392681" y="31238"/>
                          <a:pt x="3523457" y="0"/>
                        </a:cubicBezTo>
                        <a:cubicBezTo>
                          <a:pt x="3654233" y="-31238"/>
                          <a:pt x="3831448" y="47966"/>
                          <a:pt x="3949863" y="0"/>
                        </a:cubicBezTo>
                        <a:cubicBezTo>
                          <a:pt x="4068278" y="-47966"/>
                          <a:pt x="4410344" y="51801"/>
                          <a:pt x="4645577" y="0"/>
                        </a:cubicBezTo>
                        <a:cubicBezTo>
                          <a:pt x="4880810" y="-51801"/>
                          <a:pt x="4908137" y="37235"/>
                          <a:pt x="5139310" y="0"/>
                        </a:cubicBezTo>
                        <a:cubicBezTo>
                          <a:pt x="5370483" y="-37235"/>
                          <a:pt x="5420801" y="24217"/>
                          <a:pt x="5498389" y="0"/>
                        </a:cubicBezTo>
                        <a:cubicBezTo>
                          <a:pt x="5575977" y="-24217"/>
                          <a:pt x="5790410" y="31783"/>
                          <a:pt x="6059449" y="0"/>
                        </a:cubicBezTo>
                        <a:cubicBezTo>
                          <a:pt x="6328488" y="-31783"/>
                          <a:pt x="6489486" y="1755"/>
                          <a:pt x="6732721" y="0"/>
                        </a:cubicBezTo>
                        <a:cubicBezTo>
                          <a:pt x="6764932" y="174733"/>
                          <a:pt x="6683381" y="396025"/>
                          <a:pt x="6732721" y="498464"/>
                        </a:cubicBezTo>
                        <a:cubicBezTo>
                          <a:pt x="6782061" y="600903"/>
                          <a:pt x="6700702" y="876386"/>
                          <a:pt x="6732721" y="1109485"/>
                        </a:cubicBezTo>
                        <a:cubicBezTo>
                          <a:pt x="6764740" y="1342584"/>
                          <a:pt x="6691937" y="1451756"/>
                          <a:pt x="6732721" y="1645468"/>
                        </a:cubicBezTo>
                        <a:cubicBezTo>
                          <a:pt x="6773505" y="1839180"/>
                          <a:pt x="6675982" y="1898604"/>
                          <a:pt x="6732721" y="2143933"/>
                        </a:cubicBezTo>
                        <a:cubicBezTo>
                          <a:pt x="6789460" y="2389263"/>
                          <a:pt x="6705338" y="2429669"/>
                          <a:pt x="6732721" y="2604878"/>
                        </a:cubicBezTo>
                        <a:cubicBezTo>
                          <a:pt x="6760104" y="2780087"/>
                          <a:pt x="6696037" y="2842984"/>
                          <a:pt x="6732721" y="3065824"/>
                        </a:cubicBezTo>
                        <a:cubicBezTo>
                          <a:pt x="6769405" y="3288664"/>
                          <a:pt x="6711111" y="3488782"/>
                          <a:pt x="6732721" y="3751882"/>
                        </a:cubicBezTo>
                        <a:cubicBezTo>
                          <a:pt x="6541067" y="3770604"/>
                          <a:pt x="6341844" y="3750406"/>
                          <a:pt x="6171661" y="3751882"/>
                        </a:cubicBezTo>
                        <a:cubicBezTo>
                          <a:pt x="6001478" y="3753358"/>
                          <a:pt x="5626139" y="3748460"/>
                          <a:pt x="5475946" y="3751882"/>
                        </a:cubicBezTo>
                        <a:cubicBezTo>
                          <a:pt x="5325754" y="3755304"/>
                          <a:pt x="5040857" y="3722159"/>
                          <a:pt x="4914886" y="3751882"/>
                        </a:cubicBezTo>
                        <a:cubicBezTo>
                          <a:pt x="4788915" y="3781605"/>
                          <a:pt x="4593516" y="3708169"/>
                          <a:pt x="4488481" y="3751882"/>
                        </a:cubicBezTo>
                        <a:cubicBezTo>
                          <a:pt x="4383447" y="3795595"/>
                          <a:pt x="4197198" y="3709886"/>
                          <a:pt x="3994748" y="3751882"/>
                        </a:cubicBezTo>
                        <a:cubicBezTo>
                          <a:pt x="3792298" y="3793878"/>
                          <a:pt x="3719204" y="3734506"/>
                          <a:pt x="3501015" y="3751882"/>
                        </a:cubicBezTo>
                        <a:cubicBezTo>
                          <a:pt x="3282826" y="3769258"/>
                          <a:pt x="3253128" y="3749170"/>
                          <a:pt x="3074609" y="3751882"/>
                        </a:cubicBezTo>
                        <a:cubicBezTo>
                          <a:pt x="2896090" y="3754594"/>
                          <a:pt x="2621750" y="3713198"/>
                          <a:pt x="2446222" y="3751882"/>
                        </a:cubicBezTo>
                        <a:cubicBezTo>
                          <a:pt x="2270694" y="3790566"/>
                          <a:pt x="2021884" y="3716941"/>
                          <a:pt x="1885162" y="3751882"/>
                        </a:cubicBezTo>
                        <a:cubicBezTo>
                          <a:pt x="1748440" y="3786823"/>
                          <a:pt x="1606667" y="3708837"/>
                          <a:pt x="1526083" y="3751882"/>
                        </a:cubicBezTo>
                        <a:cubicBezTo>
                          <a:pt x="1445499" y="3794927"/>
                          <a:pt x="1046338" y="3747774"/>
                          <a:pt x="897696" y="3751882"/>
                        </a:cubicBezTo>
                        <a:cubicBezTo>
                          <a:pt x="749054" y="3755990"/>
                          <a:pt x="444973" y="3677250"/>
                          <a:pt x="0" y="3751882"/>
                        </a:cubicBezTo>
                        <a:cubicBezTo>
                          <a:pt x="-70282" y="3618058"/>
                          <a:pt x="23961" y="3439401"/>
                          <a:pt x="0" y="3140861"/>
                        </a:cubicBezTo>
                        <a:cubicBezTo>
                          <a:pt x="-23961" y="2842321"/>
                          <a:pt x="48722" y="2845598"/>
                          <a:pt x="0" y="2567359"/>
                        </a:cubicBezTo>
                        <a:cubicBezTo>
                          <a:pt x="-48722" y="2289120"/>
                          <a:pt x="15371" y="2179373"/>
                          <a:pt x="0" y="2068895"/>
                        </a:cubicBezTo>
                        <a:cubicBezTo>
                          <a:pt x="-15371" y="1958417"/>
                          <a:pt x="23023" y="1774882"/>
                          <a:pt x="0" y="1495393"/>
                        </a:cubicBezTo>
                        <a:cubicBezTo>
                          <a:pt x="-23023" y="1215904"/>
                          <a:pt x="44521" y="1118755"/>
                          <a:pt x="0" y="884372"/>
                        </a:cubicBezTo>
                        <a:cubicBezTo>
                          <a:pt x="-44521" y="649989"/>
                          <a:pt x="52110" y="234440"/>
                          <a:pt x="0" y="0"/>
                        </a:cubicBezTo>
                        <a:close/>
                      </a:path>
                      <a:path w="6732721" h="3751882" stroke="0" extrusionOk="0">
                        <a:moveTo>
                          <a:pt x="0" y="0"/>
                        </a:moveTo>
                        <a:cubicBezTo>
                          <a:pt x="236367" y="-5304"/>
                          <a:pt x="287951" y="5594"/>
                          <a:pt x="561060" y="0"/>
                        </a:cubicBezTo>
                        <a:cubicBezTo>
                          <a:pt x="834169" y="-5594"/>
                          <a:pt x="758623" y="9280"/>
                          <a:pt x="920139" y="0"/>
                        </a:cubicBezTo>
                        <a:cubicBezTo>
                          <a:pt x="1081655" y="-9280"/>
                          <a:pt x="1314609" y="6842"/>
                          <a:pt x="1481199" y="0"/>
                        </a:cubicBezTo>
                        <a:cubicBezTo>
                          <a:pt x="1647789" y="-6842"/>
                          <a:pt x="1914267" y="61919"/>
                          <a:pt x="2176913" y="0"/>
                        </a:cubicBezTo>
                        <a:cubicBezTo>
                          <a:pt x="2439559" y="-61919"/>
                          <a:pt x="2625815" y="9982"/>
                          <a:pt x="2872628" y="0"/>
                        </a:cubicBezTo>
                        <a:cubicBezTo>
                          <a:pt x="3119441" y="-9982"/>
                          <a:pt x="3229233" y="44912"/>
                          <a:pt x="3366361" y="0"/>
                        </a:cubicBezTo>
                        <a:cubicBezTo>
                          <a:pt x="3503489" y="-44912"/>
                          <a:pt x="3611442" y="6828"/>
                          <a:pt x="3725439" y="0"/>
                        </a:cubicBezTo>
                        <a:cubicBezTo>
                          <a:pt x="3839436" y="-6828"/>
                          <a:pt x="4025964" y="39426"/>
                          <a:pt x="4219172" y="0"/>
                        </a:cubicBezTo>
                        <a:cubicBezTo>
                          <a:pt x="4412380" y="-39426"/>
                          <a:pt x="4598455" y="44084"/>
                          <a:pt x="4847559" y="0"/>
                        </a:cubicBezTo>
                        <a:cubicBezTo>
                          <a:pt x="5096663" y="-44084"/>
                          <a:pt x="5262979" y="19936"/>
                          <a:pt x="5475946" y="0"/>
                        </a:cubicBezTo>
                        <a:cubicBezTo>
                          <a:pt x="5688913" y="-19936"/>
                          <a:pt x="5771138" y="25989"/>
                          <a:pt x="5969679" y="0"/>
                        </a:cubicBezTo>
                        <a:cubicBezTo>
                          <a:pt x="6168220" y="-25989"/>
                          <a:pt x="6463589" y="11693"/>
                          <a:pt x="6732721" y="0"/>
                        </a:cubicBezTo>
                        <a:cubicBezTo>
                          <a:pt x="6751082" y="246416"/>
                          <a:pt x="6676253" y="309093"/>
                          <a:pt x="6732721" y="573502"/>
                        </a:cubicBezTo>
                        <a:cubicBezTo>
                          <a:pt x="6789189" y="837911"/>
                          <a:pt x="6725353" y="1027560"/>
                          <a:pt x="6732721" y="1184523"/>
                        </a:cubicBezTo>
                        <a:cubicBezTo>
                          <a:pt x="6740089" y="1341486"/>
                          <a:pt x="6707212" y="1466404"/>
                          <a:pt x="6732721" y="1607949"/>
                        </a:cubicBezTo>
                        <a:cubicBezTo>
                          <a:pt x="6758230" y="1749494"/>
                          <a:pt x="6705105" y="1821849"/>
                          <a:pt x="6732721" y="2031376"/>
                        </a:cubicBezTo>
                        <a:cubicBezTo>
                          <a:pt x="6760337" y="2240903"/>
                          <a:pt x="6699374" y="2430047"/>
                          <a:pt x="6732721" y="2529840"/>
                        </a:cubicBezTo>
                        <a:cubicBezTo>
                          <a:pt x="6766068" y="2629633"/>
                          <a:pt x="6673588" y="2818480"/>
                          <a:pt x="6732721" y="3028305"/>
                        </a:cubicBezTo>
                        <a:cubicBezTo>
                          <a:pt x="6791854" y="3238131"/>
                          <a:pt x="6679066" y="3436709"/>
                          <a:pt x="6732721" y="3751882"/>
                        </a:cubicBezTo>
                        <a:cubicBezTo>
                          <a:pt x="6529115" y="3798488"/>
                          <a:pt x="6360034" y="3737088"/>
                          <a:pt x="6104334" y="3751882"/>
                        </a:cubicBezTo>
                        <a:cubicBezTo>
                          <a:pt x="5848634" y="3766676"/>
                          <a:pt x="5663442" y="3707127"/>
                          <a:pt x="5408619" y="3751882"/>
                        </a:cubicBezTo>
                        <a:cubicBezTo>
                          <a:pt x="5153796" y="3796637"/>
                          <a:pt x="5189179" y="3748553"/>
                          <a:pt x="5049541" y="3751882"/>
                        </a:cubicBezTo>
                        <a:cubicBezTo>
                          <a:pt x="4909903" y="3755211"/>
                          <a:pt x="4722648" y="3748624"/>
                          <a:pt x="4623135" y="3751882"/>
                        </a:cubicBezTo>
                        <a:cubicBezTo>
                          <a:pt x="4523622" y="3755140"/>
                          <a:pt x="4233856" y="3695783"/>
                          <a:pt x="3994748" y="3751882"/>
                        </a:cubicBezTo>
                        <a:cubicBezTo>
                          <a:pt x="3755640" y="3807981"/>
                          <a:pt x="3688019" y="3703054"/>
                          <a:pt x="3501015" y="3751882"/>
                        </a:cubicBezTo>
                        <a:cubicBezTo>
                          <a:pt x="3314011" y="3800710"/>
                          <a:pt x="3236624" y="3716242"/>
                          <a:pt x="3007282" y="3751882"/>
                        </a:cubicBezTo>
                        <a:cubicBezTo>
                          <a:pt x="2777940" y="3787522"/>
                          <a:pt x="2809932" y="3709558"/>
                          <a:pt x="2648204" y="3751882"/>
                        </a:cubicBezTo>
                        <a:cubicBezTo>
                          <a:pt x="2486476" y="3794206"/>
                          <a:pt x="2183033" y="3712153"/>
                          <a:pt x="2019816" y="3751882"/>
                        </a:cubicBezTo>
                        <a:cubicBezTo>
                          <a:pt x="1856599" y="3791611"/>
                          <a:pt x="1742947" y="3748771"/>
                          <a:pt x="1593411" y="3751882"/>
                        </a:cubicBezTo>
                        <a:cubicBezTo>
                          <a:pt x="1443876" y="3754993"/>
                          <a:pt x="1243814" y="3696003"/>
                          <a:pt x="897696" y="3751882"/>
                        </a:cubicBezTo>
                        <a:cubicBezTo>
                          <a:pt x="551579" y="3807761"/>
                          <a:pt x="405260" y="3716937"/>
                          <a:pt x="0" y="3751882"/>
                        </a:cubicBezTo>
                        <a:cubicBezTo>
                          <a:pt x="-71639" y="3515602"/>
                          <a:pt x="20533" y="3364507"/>
                          <a:pt x="0" y="3140861"/>
                        </a:cubicBezTo>
                        <a:cubicBezTo>
                          <a:pt x="-20533" y="2917215"/>
                          <a:pt x="66141" y="2717056"/>
                          <a:pt x="0" y="2529840"/>
                        </a:cubicBezTo>
                        <a:cubicBezTo>
                          <a:pt x="-66141" y="2342624"/>
                          <a:pt x="32960" y="2116430"/>
                          <a:pt x="0" y="1956338"/>
                        </a:cubicBezTo>
                        <a:cubicBezTo>
                          <a:pt x="-32960" y="1796246"/>
                          <a:pt x="5119" y="1605375"/>
                          <a:pt x="0" y="1420355"/>
                        </a:cubicBezTo>
                        <a:cubicBezTo>
                          <a:pt x="-5119" y="1235335"/>
                          <a:pt x="35869" y="1132907"/>
                          <a:pt x="0" y="996929"/>
                        </a:cubicBezTo>
                        <a:cubicBezTo>
                          <a:pt x="-35869" y="860951"/>
                          <a:pt x="117206" y="4960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5" name="TextBox 10">
            <a:extLst>
              <a:ext uri="{FF2B5EF4-FFF2-40B4-BE49-F238E27FC236}">
                <a16:creationId xmlns:a16="http://schemas.microsoft.com/office/drawing/2014/main" id="{C5B56528-817B-B47D-6515-0034DF5F1B14}"/>
              </a:ext>
            </a:extLst>
          </p:cNvPr>
          <p:cNvSpPr txBox="1"/>
          <p:nvPr/>
        </p:nvSpPr>
        <p:spPr>
          <a:xfrm>
            <a:off x="12259262" y="7699518"/>
            <a:ext cx="290453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chemeClr val="dk1"/>
                </a:solidFill>
                <a:latin typeface="Spline Sans"/>
                <a:ea typeface="Spline Sans"/>
              </a:rPr>
              <a:t>Then… </a:t>
            </a:r>
            <a:endParaRPr lang="en-US" sz="6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9DD5223-20A5-B0A3-C0C0-4B1D4E47AD40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B6A987-6216-70B1-3584-AA736218E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334" y="5452733"/>
            <a:ext cx="6547622" cy="3648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67E4BA-E81C-19AC-743C-885DE416E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1447" y="1913313"/>
            <a:ext cx="6537128" cy="3622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9">
            <a:extLst>
              <a:ext uri="{FF2B5EF4-FFF2-40B4-BE49-F238E27FC236}">
                <a16:creationId xmlns:a16="http://schemas.microsoft.com/office/drawing/2014/main" id="{C0F6F6FC-6C3E-343B-D966-DB3AF422052C}"/>
              </a:ext>
            </a:extLst>
          </p:cNvPr>
          <p:cNvSpPr txBox="1"/>
          <p:nvPr/>
        </p:nvSpPr>
        <p:spPr>
          <a:xfrm>
            <a:off x="-6739908" y="7634226"/>
            <a:ext cx="396810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Feedback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28B5D13-FD36-7416-3D24-B65E502FCCCE}"/>
              </a:ext>
            </a:extLst>
          </p:cNvPr>
          <p:cNvGrpSpPr/>
          <p:nvPr/>
        </p:nvGrpSpPr>
        <p:grpSpPr>
          <a:xfrm>
            <a:off x="-8686800" y="7681851"/>
            <a:ext cx="1512662" cy="1512662"/>
            <a:chOff x="0" y="0"/>
            <a:chExt cx="812800" cy="812800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A3DDAB87-57D8-A505-C565-54654002E5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36CED18C-C98B-B401-4A5D-50656CAD4A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9">
            <a:extLst>
              <a:ext uri="{FF2B5EF4-FFF2-40B4-BE49-F238E27FC236}">
                <a16:creationId xmlns:a16="http://schemas.microsoft.com/office/drawing/2014/main" id="{171D0D38-19D3-E922-CD47-016B494A4EC2}"/>
              </a:ext>
            </a:extLst>
          </p:cNvPr>
          <p:cNvSpPr txBox="1"/>
          <p:nvPr/>
        </p:nvSpPr>
        <p:spPr>
          <a:xfrm>
            <a:off x="-8309974" y="8231489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2394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991926"/>
            <a:ext cx="104775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SOLUTION REQUIREMENRTS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75592" y="7698013"/>
            <a:ext cx="396810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Feedback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75591" y="5577651"/>
            <a:ext cx="472060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Interactive User Interface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7745638"/>
            <a:ext cx="1512662" cy="15126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5577651"/>
            <a:ext cx="1512662" cy="15126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05526" y="6127289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5526" y="8295276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53E98B57-B0EE-8ACE-1931-046FB114453B}"/>
              </a:ext>
            </a:extLst>
          </p:cNvPr>
          <p:cNvGrpSpPr/>
          <p:nvPr/>
        </p:nvGrpSpPr>
        <p:grpSpPr>
          <a:xfrm>
            <a:off x="1028700" y="3502882"/>
            <a:ext cx="1512662" cy="1512662"/>
            <a:chOff x="0" y="0"/>
            <a:chExt cx="812800" cy="812800"/>
          </a:xfrm>
        </p:grpSpPr>
        <p:sp>
          <p:nvSpPr>
            <p:cNvPr id="3" name="Freeform 16">
              <a:extLst>
                <a:ext uri="{FF2B5EF4-FFF2-40B4-BE49-F238E27FC236}">
                  <a16:creationId xmlns:a16="http://schemas.microsoft.com/office/drawing/2014/main" id="{9DBE2D2B-29E3-22E8-0845-74915B950C0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7C408D4E-89CF-503A-4669-8002FF5513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271E45A7-0568-F14D-C1C2-6B6B69171D4E}"/>
              </a:ext>
            </a:extLst>
          </p:cNvPr>
          <p:cNvSpPr txBox="1"/>
          <p:nvPr/>
        </p:nvSpPr>
        <p:spPr>
          <a:xfrm>
            <a:off x="2975591" y="3568353"/>
            <a:ext cx="472060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Algorithm Visualization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132256FE-0079-F891-264D-F655D8646A10}"/>
              </a:ext>
            </a:extLst>
          </p:cNvPr>
          <p:cNvSpPr txBox="1"/>
          <p:nvPr/>
        </p:nvSpPr>
        <p:spPr>
          <a:xfrm>
            <a:off x="1405526" y="4087531"/>
            <a:ext cx="759010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7959F-B0AC-D2BB-8C4C-044782987770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B4953-116B-98BB-055E-5FB4CCCC2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458200" y="-145851"/>
            <a:ext cx="6547622" cy="3648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2C2A-97BB-137D-6B30-F814CE85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D590D6E-E4BB-E349-3833-E6EE8D860948}"/>
              </a:ext>
            </a:extLst>
          </p:cNvPr>
          <p:cNvSpPr txBox="1"/>
          <p:nvPr/>
        </p:nvSpPr>
        <p:spPr>
          <a:xfrm>
            <a:off x="1059973" y="1806113"/>
            <a:ext cx="10835961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SELECTION OF SOLUTION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D2AEA8F-023A-7FE5-4696-BC0A70A8A69C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76F9B1-082E-85B3-DF4D-7A3DD207B1F7}"/>
              </a:ext>
            </a:extLst>
          </p:cNvPr>
          <p:cNvSpPr txBox="1"/>
          <p:nvPr/>
        </p:nvSpPr>
        <p:spPr>
          <a:xfrm>
            <a:off x="8918911" y="3924794"/>
            <a:ext cx="3968105" cy="40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ALGORITHMS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73DBFB5-7858-288B-B188-5CF4DC14655F}"/>
              </a:ext>
            </a:extLst>
          </p:cNvPr>
          <p:cNvGrpSpPr/>
          <p:nvPr/>
        </p:nvGrpSpPr>
        <p:grpSpPr>
          <a:xfrm>
            <a:off x="7129270" y="3765728"/>
            <a:ext cx="1512662" cy="1512662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E6BF8E3-1B64-B4D8-EFDF-96AAB1E334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98E7610-8E4E-853B-45F2-36DF033933F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FA90E55A-8986-3421-BBF6-9D731E050FBF}"/>
              </a:ext>
            </a:extLst>
          </p:cNvPr>
          <p:cNvSpPr txBox="1"/>
          <p:nvPr/>
        </p:nvSpPr>
        <p:spPr>
          <a:xfrm>
            <a:off x="9963938" y="8295276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08CD543F-9C43-2B0A-C2F9-786B11A2926A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53BD4CE7-4EB4-2AFD-AC1F-A5EB9BD7CEA4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28B8A75F-FC52-01DB-9095-F812C2E4E52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D7E18FEF-2440-09AD-B39B-FB343A64037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ACB93D9E-BA5A-5D9C-D958-B92985A6EEAA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91CD8E12-5664-E6DD-EA80-B66CBD33F86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F5C6DA8D-40FA-87A6-86D6-0A5A5BA3576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38" name="TextBox 2">
            <a:extLst>
              <a:ext uri="{FF2B5EF4-FFF2-40B4-BE49-F238E27FC236}">
                <a16:creationId xmlns:a16="http://schemas.microsoft.com/office/drawing/2014/main" id="{71C7762C-1374-1F27-24A5-09252943691D}"/>
              </a:ext>
            </a:extLst>
          </p:cNvPr>
          <p:cNvSpPr txBox="1"/>
          <p:nvPr/>
        </p:nvSpPr>
        <p:spPr>
          <a:xfrm>
            <a:off x="-6984616" y="1943100"/>
            <a:ext cx="667666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TEST PLAN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955DD7-A6DA-C4C5-02BA-69FEC0804E17}"/>
              </a:ext>
            </a:extLst>
          </p:cNvPr>
          <p:cNvSpPr txBox="1"/>
          <p:nvPr/>
        </p:nvSpPr>
        <p:spPr>
          <a:xfrm>
            <a:off x="-6995886" y="3422326"/>
            <a:ext cx="5920014" cy="423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FIRST TRIAL</a:t>
            </a:r>
          </a:p>
        </p:txBody>
      </p:sp>
      <p:grpSp>
        <p:nvGrpSpPr>
          <p:cNvPr id="41" name="Group 10">
            <a:extLst>
              <a:ext uri="{FF2B5EF4-FFF2-40B4-BE49-F238E27FC236}">
                <a16:creationId xmlns:a16="http://schemas.microsoft.com/office/drawing/2014/main" id="{50608F02-F54B-153F-09F4-A03CF9395E5C}"/>
              </a:ext>
            </a:extLst>
          </p:cNvPr>
          <p:cNvGrpSpPr/>
          <p:nvPr/>
        </p:nvGrpSpPr>
        <p:grpSpPr>
          <a:xfrm>
            <a:off x="-6729186" y="8801100"/>
            <a:ext cx="860074" cy="333578"/>
            <a:chOff x="0" y="0"/>
            <a:chExt cx="1146765" cy="444771"/>
          </a:xfrm>
        </p:grpSpPr>
        <p:grpSp>
          <p:nvGrpSpPr>
            <p:cNvPr id="42" name="Group 11">
              <a:extLst>
                <a:ext uri="{FF2B5EF4-FFF2-40B4-BE49-F238E27FC236}">
                  <a16:creationId xmlns:a16="http://schemas.microsoft.com/office/drawing/2014/main" id="{3741E4C3-2A58-E2C8-91E1-C1A8B1D3CEF3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6" name="Freeform 12">
                <a:extLst>
                  <a:ext uri="{FF2B5EF4-FFF2-40B4-BE49-F238E27FC236}">
                    <a16:creationId xmlns:a16="http://schemas.microsoft.com/office/drawing/2014/main" id="{B0BD612B-5F54-6554-0B11-918BEFB8AAB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13">
                <a:extLst>
                  <a:ext uri="{FF2B5EF4-FFF2-40B4-BE49-F238E27FC236}">
                    <a16:creationId xmlns:a16="http://schemas.microsoft.com/office/drawing/2014/main" id="{9ADFE16A-2437-F7AD-D95A-2E8C0F1C6F9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3" name="Group 14">
              <a:extLst>
                <a:ext uri="{FF2B5EF4-FFF2-40B4-BE49-F238E27FC236}">
                  <a16:creationId xmlns:a16="http://schemas.microsoft.com/office/drawing/2014/main" id="{30A90C94-73BF-1238-86CF-D30B17628C62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44" name="Freeform 15">
                <a:extLst>
                  <a:ext uri="{FF2B5EF4-FFF2-40B4-BE49-F238E27FC236}">
                    <a16:creationId xmlns:a16="http://schemas.microsoft.com/office/drawing/2014/main" id="{A3706948-C9C2-6A0F-6B58-7E0D388C2D2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16">
                <a:extLst>
                  <a:ext uri="{FF2B5EF4-FFF2-40B4-BE49-F238E27FC236}">
                    <a16:creationId xmlns:a16="http://schemas.microsoft.com/office/drawing/2014/main" id="{1B0804A1-9866-0068-96F2-6D86708DF7C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48" name="Group 8">
            <a:extLst>
              <a:ext uri="{FF2B5EF4-FFF2-40B4-BE49-F238E27FC236}">
                <a16:creationId xmlns:a16="http://schemas.microsoft.com/office/drawing/2014/main" id="{3F934B2E-A204-1825-8B04-40ABCDE65F5F}"/>
              </a:ext>
            </a:extLst>
          </p:cNvPr>
          <p:cNvGrpSpPr/>
          <p:nvPr/>
        </p:nvGrpSpPr>
        <p:grpSpPr>
          <a:xfrm>
            <a:off x="798865" y="3765728"/>
            <a:ext cx="1512662" cy="1512662"/>
            <a:chOff x="0" y="0"/>
            <a:chExt cx="812800" cy="812800"/>
          </a:xfrm>
        </p:grpSpPr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6B90D28A-0553-9956-2FBD-E10F1B3162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10">
              <a:extLst>
                <a:ext uri="{FF2B5EF4-FFF2-40B4-BE49-F238E27FC236}">
                  <a16:creationId xmlns:a16="http://schemas.microsoft.com/office/drawing/2014/main" id="{E7873CC6-A26E-E4D3-2525-41853E180D0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1" name="TextBox 7">
            <a:extLst>
              <a:ext uri="{FF2B5EF4-FFF2-40B4-BE49-F238E27FC236}">
                <a16:creationId xmlns:a16="http://schemas.microsoft.com/office/drawing/2014/main" id="{598E899C-BAC3-BEBF-5F9E-3E02E737CE3B}"/>
              </a:ext>
            </a:extLst>
          </p:cNvPr>
          <p:cNvSpPr txBox="1"/>
          <p:nvPr/>
        </p:nvSpPr>
        <p:spPr>
          <a:xfrm>
            <a:off x="2619184" y="3924794"/>
            <a:ext cx="396810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PROBLEMS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338209B-2754-4F66-DC28-7D2F259F7CDB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E38F2-A864-5044-775F-C543A7B7DB3F}"/>
              </a:ext>
            </a:extLst>
          </p:cNvPr>
          <p:cNvSpPr txBox="1"/>
          <p:nvPr/>
        </p:nvSpPr>
        <p:spPr>
          <a:xfrm>
            <a:off x="2559211" y="4471952"/>
            <a:ext cx="5064480" cy="416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Maze-Solving Problem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Grid-Based Pathfinding problem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Puzzle- 8 type problem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Puzzle- 15 type problem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Graph Search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4348C-A3B2-DE3A-AD6B-4BA10B1E2234}"/>
              </a:ext>
            </a:extLst>
          </p:cNvPr>
          <p:cNvSpPr txBox="1"/>
          <p:nvPr/>
        </p:nvSpPr>
        <p:spPr>
          <a:xfrm>
            <a:off x="8880118" y="4471952"/>
            <a:ext cx="5064481" cy="421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en-US" sz="3200" b="1" dirty="0">
                <a:latin typeface="Inter Medium" panose="020B0604020202020204" charset="0"/>
                <a:ea typeface="Inter Medium" panose="020B0604020202020204" charset="0"/>
              </a:rPr>
              <a:t>INFORMED: 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A*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IDA*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Beam Search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Greedy Best-First Search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Hill Climbing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CAE73-FE98-443D-DA76-94CFF55F62A9}"/>
              </a:ext>
            </a:extLst>
          </p:cNvPr>
          <p:cNvSpPr txBox="1"/>
          <p:nvPr/>
        </p:nvSpPr>
        <p:spPr>
          <a:xfrm>
            <a:off x="12369222" y="4471952"/>
            <a:ext cx="5918778" cy="2825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en-US" sz="3200" b="1" dirty="0">
                <a:latin typeface="Inter Medium" panose="020B0604020202020204" charset="0"/>
                <a:ea typeface="Inter Medium" panose="020B0604020202020204" charset="0"/>
              </a:rPr>
              <a:t>UNINFORMED: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Depth-First Search (DFS)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Breadth-First Search (BFS)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Inter" panose="020B0604020202020204" charset="0"/>
                <a:ea typeface="Inter" panose="020B0604020202020204" charset="0"/>
              </a:rPr>
              <a:t>Uniform Cost search (UCS)</a:t>
            </a:r>
          </a:p>
        </p:txBody>
      </p:sp>
    </p:spTree>
    <p:extLst>
      <p:ext uri="{BB962C8B-B14F-4D97-AF65-F5344CB8AC3E}">
        <p14:creationId xmlns:p14="http://schemas.microsoft.com/office/powerpoint/2010/main" val="4062639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D3419DC0-F0A1-2E5C-F266-EF4C0A69E919}"/>
              </a:ext>
            </a:extLst>
          </p:cNvPr>
          <p:cNvGrpSpPr/>
          <p:nvPr/>
        </p:nvGrpSpPr>
        <p:grpSpPr>
          <a:xfrm>
            <a:off x="1295400" y="8801100"/>
            <a:ext cx="860074" cy="333578"/>
            <a:chOff x="0" y="0"/>
            <a:chExt cx="1146765" cy="444771"/>
          </a:xfrm>
        </p:grpSpPr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13ED7CCC-17B5-CAFC-7868-2AC533FE4F2D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81EE58E4-8CF6-A94B-9102-AF76B4EEB60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248B516A-6C44-020E-36D7-BD4C4C19F3E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A036D871-0296-B2D1-D74A-1563C85266C4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9BA870C2-A01F-7719-0AAC-373D0A02973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6">
                <a:extLst>
                  <a:ext uri="{FF2B5EF4-FFF2-40B4-BE49-F238E27FC236}">
                    <a16:creationId xmlns:a16="http://schemas.microsoft.com/office/drawing/2014/main" id="{BA7417EE-D930-4891-9630-8E0628CC857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4" name="Group 10">
            <a:extLst>
              <a:ext uri="{FF2B5EF4-FFF2-40B4-BE49-F238E27FC236}">
                <a16:creationId xmlns:a16="http://schemas.microsoft.com/office/drawing/2014/main" id="{2000D42E-297D-ED45-B82F-BB873632EF81}"/>
              </a:ext>
            </a:extLst>
          </p:cNvPr>
          <p:cNvGrpSpPr/>
          <p:nvPr/>
        </p:nvGrpSpPr>
        <p:grpSpPr>
          <a:xfrm>
            <a:off x="16132638" y="8816736"/>
            <a:ext cx="860074" cy="333578"/>
            <a:chOff x="0" y="0"/>
            <a:chExt cx="1146765" cy="444771"/>
          </a:xfrm>
        </p:grpSpPr>
        <p:grpSp>
          <p:nvGrpSpPr>
            <p:cNvPr id="25" name="Group 11">
              <a:extLst>
                <a:ext uri="{FF2B5EF4-FFF2-40B4-BE49-F238E27FC236}">
                  <a16:creationId xmlns:a16="http://schemas.microsoft.com/office/drawing/2014/main" id="{8CCE12B6-1660-6697-CB73-D75CFE4EB2B2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C9556434-074E-F437-555B-ACC3F49C24D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F1893908-616E-AAB1-C75C-61158803418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14">
              <a:extLst>
                <a:ext uri="{FF2B5EF4-FFF2-40B4-BE49-F238E27FC236}">
                  <a16:creationId xmlns:a16="http://schemas.microsoft.com/office/drawing/2014/main" id="{5B760EF8-A3F8-664E-8299-F5CD6323E9A3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AF33CB89-37B9-7B06-8C93-F10D6DE2E42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08FD51AE-7911-2353-4DA5-D9A5C985593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F2E8B0D-A2C5-57FE-F4EB-12468FD2B651}"/>
              </a:ext>
            </a:extLst>
          </p:cNvPr>
          <p:cNvSpPr txBox="1"/>
          <p:nvPr/>
        </p:nvSpPr>
        <p:spPr>
          <a:xfrm>
            <a:off x="22231509" y="890784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....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F87DDF4-2974-DCD4-72F1-812D4BD86F80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846E4788-0CC3-B7B5-01AF-4784F8CA1BF1}"/>
              </a:ext>
            </a:extLst>
          </p:cNvPr>
          <p:cNvGrpSpPr/>
          <p:nvPr/>
        </p:nvGrpSpPr>
        <p:grpSpPr>
          <a:xfrm>
            <a:off x="798865" y="3765728"/>
            <a:ext cx="1512662" cy="1512662"/>
            <a:chOff x="0" y="0"/>
            <a:chExt cx="812800" cy="812800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DFA73355-9B26-7D26-5065-E68CB0B7CE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2F026FB6-9A15-0755-41FB-D5520EF2F76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14">
            <a:extLst>
              <a:ext uri="{FF2B5EF4-FFF2-40B4-BE49-F238E27FC236}">
                <a16:creationId xmlns:a16="http://schemas.microsoft.com/office/drawing/2014/main" id="{BFBC2AEE-1561-C051-986A-A7F0B30C66B3}"/>
              </a:ext>
            </a:extLst>
          </p:cNvPr>
          <p:cNvGrpSpPr/>
          <p:nvPr/>
        </p:nvGrpSpPr>
        <p:grpSpPr>
          <a:xfrm>
            <a:off x="9144000" y="3765728"/>
            <a:ext cx="1512662" cy="1512662"/>
            <a:chOff x="0" y="0"/>
            <a:chExt cx="812800" cy="812800"/>
          </a:xfrm>
        </p:grpSpPr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238FBE34-2F91-DD44-C1E7-3A12965EFA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BCF2CEF3-B727-D73E-F695-8327EE4451A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1" name="TextBox 7">
            <a:extLst>
              <a:ext uri="{FF2B5EF4-FFF2-40B4-BE49-F238E27FC236}">
                <a16:creationId xmlns:a16="http://schemas.microsoft.com/office/drawing/2014/main" id="{F5813328-28D8-B489-D148-049327390C59}"/>
              </a:ext>
            </a:extLst>
          </p:cNvPr>
          <p:cNvSpPr txBox="1"/>
          <p:nvPr/>
        </p:nvSpPr>
        <p:spPr>
          <a:xfrm>
            <a:off x="2619183" y="4322725"/>
            <a:ext cx="6666629" cy="2689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Test all algorithms on all 5 problems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Check correctness, execution time and path display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D52DF0DF-76EB-780A-6816-FDAFA3AA0E42}"/>
              </a:ext>
            </a:extLst>
          </p:cNvPr>
          <p:cNvSpPr txBox="1"/>
          <p:nvPr/>
        </p:nvSpPr>
        <p:spPr>
          <a:xfrm>
            <a:off x="11099774" y="3924794"/>
            <a:ext cx="396810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FIRST TRIAL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8297425C-43AE-1453-1288-A51EDDE8B52D}"/>
              </a:ext>
            </a:extLst>
          </p:cNvPr>
          <p:cNvSpPr txBox="1"/>
          <p:nvPr/>
        </p:nvSpPr>
        <p:spPr>
          <a:xfrm>
            <a:off x="2619184" y="3924794"/>
            <a:ext cx="396810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TEST PLAN</a:t>
            </a: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0308DAD7-6ECC-0BAB-621B-DD025BFB7C2F}"/>
              </a:ext>
            </a:extLst>
          </p:cNvPr>
          <p:cNvSpPr txBox="1"/>
          <p:nvPr/>
        </p:nvSpPr>
        <p:spPr>
          <a:xfrm>
            <a:off x="11099774" y="4522059"/>
            <a:ext cx="7188226" cy="2689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 displayed too fast for user to follow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Adjusted delay &amp; visualization for clarity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15</a:t>
            </a:r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A7421024-77B4-8AC6-CDA9-CD45DFE62AD7}"/>
              </a:ext>
            </a:extLst>
          </p:cNvPr>
          <p:cNvGrpSpPr/>
          <p:nvPr/>
        </p:nvGrpSpPr>
        <p:grpSpPr>
          <a:xfrm>
            <a:off x="1295400" y="8801100"/>
            <a:ext cx="860074" cy="333578"/>
            <a:chOff x="0" y="0"/>
            <a:chExt cx="1146765" cy="444771"/>
          </a:xfrm>
        </p:grpSpPr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192AE944-5E4E-C118-B204-2AADDE66A145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6F717EE-28E1-03A8-60AE-61C4B468F8D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10F552A2-6D18-7B64-7376-13EF1760AFA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5BB941F3-9880-E972-3D4C-31830069037E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0" name="Freeform 15">
                <a:extLst>
                  <a:ext uri="{FF2B5EF4-FFF2-40B4-BE49-F238E27FC236}">
                    <a16:creationId xmlns:a16="http://schemas.microsoft.com/office/drawing/2014/main" id="{7FF0A792-BDF2-D2B8-417E-7FA5717B1A2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6">
                <a:extLst>
                  <a:ext uri="{FF2B5EF4-FFF2-40B4-BE49-F238E27FC236}">
                    <a16:creationId xmlns:a16="http://schemas.microsoft.com/office/drawing/2014/main" id="{933B7446-D34F-CF10-BEA3-11B40DACE11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4" name="Group 10">
            <a:extLst>
              <a:ext uri="{FF2B5EF4-FFF2-40B4-BE49-F238E27FC236}">
                <a16:creationId xmlns:a16="http://schemas.microsoft.com/office/drawing/2014/main" id="{D2EC125D-7059-037E-95D3-B784DE296530}"/>
              </a:ext>
            </a:extLst>
          </p:cNvPr>
          <p:cNvGrpSpPr/>
          <p:nvPr/>
        </p:nvGrpSpPr>
        <p:grpSpPr>
          <a:xfrm>
            <a:off x="16132638" y="8816736"/>
            <a:ext cx="860074" cy="333578"/>
            <a:chOff x="0" y="0"/>
            <a:chExt cx="1146765" cy="444771"/>
          </a:xfrm>
        </p:grpSpPr>
        <p:grpSp>
          <p:nvGrpSpPr>
            <p:cNvPr id="15" name="Group 11">
              <a:extLst>
                <a:ext uri="{FF2B5EF4-FFF2-40B4-BE49-F238E27FC236}">
                  <a16:creationId xmlns:a16="http://schemas.microsoft.com/office/drawing/2014/main" id="{9C9DEACE-57A8-932F-FF50-4A15DE358A51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6DDA4144-44E3-CF41-BE23-542EEB737DE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3">
                <a:extLst>
                  <a:ext uri="{FF2B5EF4-FFF2-40B4-BE49-F238E27FC236}">
                    <a16:creationId xmlns:a16="http://schemas.microsoft.com/office/drawing/2014/main" id="{10E178BA-6763-BE52-50BE-6E2D2977AC1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4">
              <a:extLst>
                <a:ext uri="{FF2B5EF4-FFF2-40B4-BE49-F238E27FC236}">
                  <a16:creationId xmlns:a16="http://schemas.microsoft.com/office/drawing/2014/main" id="{415948B3-051E-C33D-C813-6AFCA70058A3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7" name="Freeform 15">
                <a:extLst>
                  <a:ext uri="{FF2B5EF4-FFF2-40B4-BE49-F238E27FC236}">
                    <a16:creationId xmlns:a16="http://schemas.microsoft.com/office/drawing/2014/main" id="{2FA31DBE-8B58-213E-B85C-90E5B0F733A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6">
                <a:extLst>
                  <a:ext uri="{FF2B5EF4-FFF2-40B4-BE49-F238E27FC236}">
                    <a16:creationId xmlns:a16="http://schemas.microsoft.com/office/drawing/2014/main" id="{F676B4C2-CD2C-D20C-184E-E64F184040D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2" name="TextBox 7">
            <a:extLst>
              <a:ext uri="{FF2B5EF4-FFF2-40B4-BE49-F238E27FC236}">
                <a16:creationId xmlns:a16="http://schemas.microsoft.com/office/drawing/2014/main" id="{4C44DC1F-5D69-33E3-97AB-D34FCD8FC386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02E6B113-DC15-9D80-AA46-4C3158CEC153}"/>
              </a:ext>
            </a:extLst>
          </p:cNvPr>
          <p:cNvGrpSpPr/>
          <p:nvPr/>
        </p:nvGrpSpPr>
        <p:grpSpPr>
          <a:xfrm>
            <a:off x="798865" y="3765728"/>
            <a:ext cx="1512662" cy="1512662"/>
            <a:chOff x="0" y="0"/>
            <a:chExt cx="812800" cy="812800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3712F9C3-80BC-AC25-CCC5-C589059673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84ABBDA6-1CE5-B56A-492B-5FF7936D530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6" name="Group 14">
            <a:extLst>
              <a:ext uri="{FF2B5EF4-FFF2-40B4-BE49-F238E27FC236}">
                <a16:creationId xmlns:a16="http://schemas.microsoft.com/office/drawing/2014/main" id="{A9055844-0548-FADD-574F-1E9C62F0CC5C}"/>
              </a:ext>
            </a:extLst>
          </p:cNvPr>
          <p:cNvGrpSpPr/>
          <p:nvPr/>
        </p:nvGrpSpPr>
        <p:grpSpPr>
          <a:xfrm>
            <a:off x="9144000" y="3765728"/>
            <a:ext cx="1512662" cy="1512662"/>
            <a:chOff x="0" y="0"/>
            <a:chExt cx="812800" cy="812800"/>
          </a:xfrm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B8B08429-C6DA-7A25-4F33-A5894A17E9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9FF4770C-0C17-1933-F7AA-1EAACC7C0D6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TextBox 7">
            <a:extLst>
              <a:ext uri="{FF2B5EF4-FFF2-40B4-BE49-F238E27FC236}">
                <a16:creationId xmlns:a16="http://schemas.microsoft.com/office/drawing/2014/main" id="{FACD45C8-D204-F0A1-C026-42914A34FD44}"/>
              </a:ext>
            </a:extLst>
          </p:cNvPr>
          <p:cNvSpPr txBox="1"/>
          <p:nvPr/>
        </p:nvSpPr>
        <p:spPr>
          <a:xfrm>
            <a:off x="2619184" y="3924794"/>
            <a:ext cx="396810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TEST PLAN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193D2768-913F-E12F-E818-7F7F5A0D092D}"/>
              </a:ext>
            </a:extLst>
          </p:cNvPr>
          <p:cNvSpPr txBox="1"/>
          <p:nvPr/>
        </p:nvSpPr>
        <p:spPr>
          <a:xfrm>
            <a:off x="11099774" y="3924794"/>
            <a:ext cx="396810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SECOND TRIAL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46C7963-8FBA-E7AC-2707-68E0FB3F8A4A}"/>
              </a:ext>
            </a:extLst>
          </p:cNvPr>
          <p:cNvSpPr txBox="1"/>
          <p:nvPr/>
        </p:nvSpPr>
        <p:spPr>
          <a:xfrm>
            <a:off x="2732611" y="9715500"/>
            <a:ext cx="13106401" cy="5645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3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So, We Can Conclude That…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921A-A47A-89BD-3EE9-57DCB0B7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0">
            <a:extLst>
              <a:ext uri="{FF2B5EF4-FFF2-40B4-BE49-F238E27FC236}">
                <a16:creationId xmlns:a16="http://schemas.microsoft.com/office/drawing/2014/main" id="{0C84D01B-7FEE-6B08-49B9-19F3402BAF70}"/>
              </a:ext>
            </a:extLst>
          </p:cNvPr>
          <p:cNvGrpSpPr/>
          <p:nvPr/>
        </p:nvGrpSpPr>
        <p:grpSpPr>
          <a:xfrm>
            <a:off x="1295400" y="8801100"/>
            <a:ext cx="860074" cy="333578"/>
            <a:chOff x="0" y="0"/>
            <a:chExt cx="1146765" cy="444771"/>
          </a:xfrm>
        </p:grpSpPr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C8669646-A102-60F8-EE56-75FAECA7F2AA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8ED486B7-BDB5-629A-D668-B15AE722201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A6D68712-4095-A07B-1AB5-3085C601F8F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2E4ADAF6-0E57-536E-03AD-94FF649CA916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5E704440-1700-BAC9-3F6E-8BF738D16F2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6">
                <a:extLst>
                  <a:ext uri="{FF2B5EF4-FFF2-40B4-BE49-F238E27FC236}">
                    <a16:creationId xmlns:a16="http://schemas.microsoft.com/office/drawing/2014/main" id="{833F8D74-F1A2-4961-522F-62550CE5145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4" name="Group 10">
            <a:extLst>
              <a:ext uri="{FF2B5EF4-FFF2-40B4-BE49-F238E27FC236}">
                <a16:creationId xmlns:a16="http://schemas.microsoft.com/office/drawing/2014/main" id="{4C96473E-504F-3DDD-CF8A-E56C43E3CF97}"/>
              </a:ext>
            </a:extLst>
          </p:cNvPr>
          <p:cNvGrpSpPr/>
          <p:nvPr/>
        </p:nvGrpSpPr>
        <p:grpSpPr>
          <a:xfrm>
            <a:off x="16132638" y="8816736"/>
            <a:ext cx="860074" cy="333578"/>
            <a:chOff x="0" y="0"/>
            <a:chExt cx="1146765" cy="444771"/>
          </a:xfrm>
        </p:grpSpPr>
        <p:grpSp>
          <p:nvGrpSpPr>
            <p:cNvPr id="25" name="Group 11">
              <a:extLst>
                <a:ext uri="{FF2B5EF4-FFF2-40B4-BE49-F238E27FC236}">
                  <a16:creationId xmlns:a16="http://schemas.microsoft.com/office/drawing/2014/main" id="{5170B7AF-47B5-9F6F-6207-BB42D96BC583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E0D8042F-7184-1C2E-FA55-B9FB56AB93F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DBDD0135-E9D0-2C3B-8DDC-3381D31BC36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14">
              <a:extLst>
                <a:ext uri="{FF2B5EF4-FFF2-40B4-BE49-F238E27FC236}">
                  <a16:creationId xmlns:a16="http://schemas.microsoft.com/office/drawing/2014/main" id="{4321C844-BBB4-6AB8-84A8-8AFE6C6E7586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0F16A616-96FA-5B7F-A4D6-06B3172FAB8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F83F9DB8-C976-7FE7-5133-1186CF838CF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3" name="TextBox 7">
            <a:extLst>
              <a:ext uri="{FF2B5EF4-FFF2-40B4-BE49-F238E27FC236}">
                <a16:creationId xmlns:a16="http://schemas.microsoft.com/office/drawing/2014/main" id="{F445CDE9-D554-0D52-64E6-69FDD704ED5C}"/>
              </a:ext>
            </a:extLst>
          </p:cNvPr>
          <p:cNvSpPr txBox="1"/>
          <p:nvPr/>
        </p:nvSpPr>
        <p:spPr>
          <a:xfrm>
            <a:off x="1028700" y="981075"/>
            <a:ext cx="2324100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B545641-DAFC-716A-068D-2545E394085D}"/>
              </a:ext>
            </a:extLst>
          </p:cNvPr>
          <p:cNvSpPr txBox="1"/>
          <p:nvPr/>
        </p:nvSpPr>
        <p:spPr>
          <a:xfrm>
            <a:off x="2590799" y="2320836"/>
            <a:ext cx="13106401" cy="5645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3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So, We Can Conclude That…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0D3471E-8E84-2CE0-AE32-E58FCA8C65A6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16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4139F81-6E48-FE74-AB5A-7036E9D5346F}"/>
              </a:ext>
            </a:extLst>
          </p:cNvPr>
          <p:cNvSpPr txBox="1"/>
          <p:nvPr/>
        </p:nvSpPr>
        <p:spPr>
          <a:xfrm>
            <a:off x="-7582886" y="2343696"/>
            <a:ext cx="73914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RECOMMENDATION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FBEFB-35B3-DCC4-2360-0757DA39313E}"/>
              </a:ext>
            </a:extLst>
          </p:cNvPr>
          <p:cNvSpPr txBox="1"/>
          <p:nvPr/>
        </p:nvSpPr>
        <p:spPr>
          <a:xfrm>
            <a:off x="-7582886" y="4202556"/>
            <a:ext cx="61189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Inter Medium" panose="020B0604020202020204" charset="0"/>
                <a:ea typeface="Inter Medium" panose="020B0604020202020204" charset="0"/>
              </a:rPr>
              <a:t>Is Single Agent Search enough..?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2C8A8A-23F4-B5E7-FD0E-332246407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29"/>
          <a:stretch>
            <a:fillRect/>
          </a:stretch>
        </p:blipFill>
        <p:spPr>
          <a:xfrm>
            <a:off x="18821400" y="1934289"/>
            <a:ext cx="8821980" cy="64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3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89F8-BDD8-36F8-5674-E9F8CCB5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B0FF180-AC7B-8BF2-61E4-0B87D608D333}"/>
              </a:ext>
            </a:extLst>
          </p:cNvPr>
          <p:cNvSpPr txBox="1"/>
          <p:nvPr/>
        </p:nvSpPr>
        <p:spPr>
          <a:xfrm>
            <a:off x="1039970" y="1943100"/>
            <a:ext cx="73914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RECOMMENDATION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A731BC1-9AAE-AAFB-0229-EF8992012E74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17</a:t>
            </a: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FA419EB6-4C9C-EFEA-49CE-D857388DFCCF}"/>
              </a:ext>
            </a:extLst>
          </p:cNvPr>
          <p:cNvGrpSpPr/>
          <p:nvPr/>
        </p:nvGrpSpPr>
        <p:grpSpPr>
          <a:xfrm>
            <a:off x="1295400" y="8801100"/>
            <a:ext cx="860074" cy="333578"/>
            <a:chOff x="0" y="0"/>
            <a:chExt cx="1146765" cy="444771"/>
          </a:xfrm>
        </p:grpSpPr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0424A43F-36EE-25EC-07EA-39FD89CF7A95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7BBBB192-44EA-F6A4-E1C1-CAE6E6E0679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CFA608D2-DF99-7D53-FEE7-493BF5C2915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ED41AEAE-657D-FE56-A9F9-94B82B5887CB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4882DA00-C9B7-5F2D-814C-0138F99133C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6">
                <a:extLst>
                  <a:ext uri="{FF2B5EF4-FFF2-40B4-BE49-F238E27FC236}">
                    <a16:creationId xmlns:a16="http://schemas.microsoft.com/office/drawing/2014/main" id="{96F5F6AC-8715-AA52-27C6-638A041135E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4" name="Group 10">
            <a:extLst>
              <a:ext uri="{FF2B5EF4-FFF2-40B4-BE49-F238E27FC236}">
                <a16:creationId xmlns:a16="http://schemas.microsoft.com/office/drawing/2014/main" id="{69A1D266-29F0-D100-2E27-3A0FEE09EA2B}"/>
              </a:ext>
            </a:extLst>
          </p:cNvPr>
          <p:cNvGrpSpPr/>
          <p:nvPr/>
        </p:nvGrpSpPr>
        <p:grpSpPr>
          <a:xfrm>
            <a:off x="16132638" y="8816736"/>
            <a:ext cx="860074" cy="333578"/>
            <a:chOff x="0" y="0"/>
            <a:chExt cx="1146765" cy="444771"/>
          </a:xfrm>
        </p:grpSpPr>
        <p:grpSp>
          <p:nvGrpSpPr>
            <p:cNvPr id="25" name="Group 11">
              <a:extLst>
                <a:ext uri="{FF2B5EF4-FFF2-40B4-BE49-F238E27FC236}">
                  <a16:creationId xmlns:a16="http://schemas.microsoft.com/office/drawing/2014/main" id="{3F57E2F9-F4F7-696A-247B-AA378A218B19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4DEE9C65-1B1F-C664-E577-95C730A530B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15F77FEE-58CB-BDC0-E22A-4D288357010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14">
              <a:extLst>
                <a:ext uri="{FF2B5EF4-FFF2-40B4-BE49-F238E27FC236}">
                  <a16:creationId xmlns:a16="http://schemas.microsoft.com/office/drawing/2014/main" id="{EF18A721-11E2-46FC-5DB8-C73158DE4468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356C8D48-C9BB-542B-7862-D7DCD67E33A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65F93B4D-6762-3C4D-FAFF-A3F5939C034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E67D584-A874-1A93-6914-8A80131DD07A}"/>
              </a:ext>
            </a:extLst>
          </p:cNvPr>
          <p:cNvSpPr txBox="1"/>
          <p:nvPr/>
        </p:nvSpPr>
        <p:spPr>
          <a:xfrm>
            <a:off x="22231509" y="890784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....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7D03514-4C3D-7917-7753-6D53BAC35695}"/>
              </a:ext>
            </a:extLst>
          </p:cNvPr>
          <p:cNvSpPr txBox="1"/>
          <p:nvPr/>
        </p:nvSpPr>
        <p:spPr>
          <a:xfrm>
            <a:off x="1028700" y="981075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F7B66-28A8-19DD-763F-ACA369EA0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29"/>
          <a:stretch>
            <a:fillRect/>
          </a:stretch>
        </p:blipFill>
        <p:spPr>
          <a:xfrm>
            <a:off x="8462643" y="2367041"/>
            <a:ext cx="8821980" cy="6418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9DA787-BE16-195B-BED4-00C6D6BA7F9C}"/>
              </a:ext>
            </a:extLst>
          </p:cNvPr>
          <p:cNvSpPr txBox="1"/>
          <p:nvPr/>
        </p:nvSpPr>
        <p:spPr>
          <a:xfrm>
            <a:off x="1039970" y="3801960"/>
            <a:ext cx="61189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Inter Medium" panose="020B0604020202020204" charset="0"/>
                <a:ea typeface="Inter Medium" panose="020B0604020202020204" charset="0"/>
              </a:rPr>
              <a:t>Is Single Agent Search enough..?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A7A4407-84D5-B5A1-5F8F-35936D88D41C}"/>
              </a:ext>
            </a:extLst>
          </p:cNvPr>
          <p:cNvSpPr txBox="1"/>
          <p:nvPr/>
        </p:nvSpPr>
        <p:spPr>
          <a:xfrm>
            <a:off x="864151" y="10264140"/>
            <a:ext cx="16154401" cy="5645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072"/>
              </a:lnSpc>
              <a:spcBef>
                <a:spcPct val="0"/>
              </a:spcBef>
            </a:pPr>
            <a:r>
              <a:rPr lang="en-US" sz="13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OPTIMAL</a:t>
            </a:r>
          </a:p>
          <a:p>
            <a:pPr algn="ctr">
              <a:lnSpc>
                <a:spcPts val="23072"/>
              </a:lnSpc>
              <a:spcBef>
                <a:spcPct val="0"/>
              </a:spcBef>
            </a:pPr>
            <a:r>
              <a:rPr lang="en-US" sz="13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PATH SEEKER</a:t>
            </a:r>
          </a:p>
        </p:txBody>
      </p:sp>
    </p:spTree>
    <p:extLst>
      <p:ext uri="{BB962C8B-B14F-4D97-AF65-F5344CB8AC3E}">
        <p14:creationId xmlns:p14="http://schemas.microsoft.com/office/powerpoint/2010/main" val="3641291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4900-CC9C-8D86-723A-F29982ED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0">
            <a:extLst>
              <a:ext uri="{FF2B5EF4-FFF2-40B4-BE49-F238E27FC236}">
                <a16:creationId xmlns:a16="http://schemas.microsoft.com/office/drawing/2014/main" id="{2167F4EA-A2D3-73F8-6A70-798EB02A8EB9}"/>
              </a:ext>
            </a:extLst>
          </p:cNvPr>
          <p:cNvGrpSpPr/>
          <p:nvPr/>
        </p:nvGrpSpPr>
        <p:grpSpPr>
          <a:xfrm>
            <a:off x="1295400" y="8801100"/>
            <a:ext cx="860074" cy="333578"/>
            <a:chOff x="0" y="0"/>
            <a:chExt cx="1146765" cy="444771"/>
          </a:xfrm>
        </p:grpSpPr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246AB1B8-9C0A-2286-EE8B-5614ED8408E4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BBFCADD9-97FB-5777-5AA3-F2A654ED451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7BA59222-D332-E54D-5040-ED064686C55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B8A5655F-CAD2-51D8-9AE4-B83A51187651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D5720A5D-713E-8B09-DE01-427B560810B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6">
                <a:extLst>
                  <a:ext uri="{FF2B5EF4-FFF2-40B4-BE49-F238E27FC236}">
                    <a16:creationId xmlns:a16="http://schemas.microsoft.com/office/drawing/2014/main" id="{75055782-EBE7-F738-D3F8-7956DEA7941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4" name="Group 10">
            <a:extLst>
              <a:ext uri="{FF2B5EF4-FFF2-40B4-BE49-F238E27FC236}">
                <a16:creationId xmlns:a16="http://schemas.microsoft.com/office/drawing/2014/main" id="{A1233275-547F-D55E-56EB-7A7A9BDA2D37}"/>
              </a:ext>
            </a:extLst>
          </p:cNvPr>
          <p:cNvGrpSpPr/>
          <p:nvPr/>
        </p:nvGrpSpPr>
        <p:grpSpPr>
          <a:xfrm>
            <a:off x="16132638" y="8816736"/>
            <a:ext cx="860074" cy="333578"/>
            <a:chOff x="0" y="0"/>
            <a:chExt cx="1146765" cy="444771"/>
          </a:xfrm>
        </p:grpSpPr>
        <p:grpSp>
          <p:nvGrpSpPr>
            <p:cNvPr id="25" name="Group 11">
              <a:extLst>
                <a:ext uri="{FF2B5EF4-FFF2-40B4-BE49-F238E27FC236}">
                  <a16:creationId xmlns:a16="http://schemas.microsoft.com/office/drawing/2014/main" id="{06EBE449-8B89-E01E-30CA-6C4FE1425371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6070344D-EC08-C273-3214-8B16947E35D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2F3DF4E-2E47-A4D2-A475-73AAFD73A0A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14">
              <a:extLst>
                <a:ext uri="{FF2B5EF4-FFF2-40B4-BE49-F238E27FC236}">
                  <a16:creationId xmlns:a16="http://schemas.microsoft.com/office/drawing/2014/main" id="{F7F7C3EC-2990-DC27-AB02-8A184FABCB37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A446D74C-2940-A7B7-4666-D90378886AF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261B9A9F-C12F-AFDB-8318-D8804497C7B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3" name="TextBox 7">
            <a:extLst>
              <a:ext uri="{FF2B5EF4-FFF2-40B4-BE49-F238E27FC236}">
                <a16:creationId xmlns:a16="http://schemas.microsoft.com/office/drawing/2014/main" id="{6E110158-D7CF-13BC-F350-9122FBB58EE0}"/>
              </a:ext>
            </a:extLst>
          </p:cNvPr>
          <p:cNvSpPr txBox="1"/>
          <p:nvPr/>
        </p:nvSpPr>
        <p:spPr>
          <a:xfrm>
            <a:off x="1028700" y="981075"/>
            <a:ext cx="2324100" cy="71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C4438773-E1C6-713B-3E67-26BB9768AB60}"/>
              </a:ext>
            </a:extLst>
          </p:cNvPr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86EADCA-CEB7-CF60-68DD-39EE096D6854}"/>
              </a:ext>
            </a:extLst>
          </p:cNvPr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16B7C-D6ED-ADBA-0D4D-B4B9E59FB511}"/>
              </a:ext>
            </a:extLst>
          </p:cNvPr>
          <p:cNvSpPr txBox="1"/>
          <p:nvPr/>
        </p:nvSpPr>
        <p:spPr>
          <a:xfrm>
            <a:off x="7387732" y="98107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132814C-59BA-92CD-4CB6-61F96733F45F}"/>
              </a:ext>
            </a:extLst>
          </p:cNvPr>
          <p:cNvSpPr txBox="1"/>
          <p:nvPr/>
        </p:nvSpPr>
        <p:spPr>
          <a:xfrm>
            <a:off x="1066799" y="2241372"/>
            <a:ext cx="16154401" cy="5645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072"/>
              </a:lnSpc>
              <a:spcBef>
                <a:spcPct val="0"/>
              </a:spcBef>
            </a:pPr>
            <a:r>
              <a:rPr lang="en-US" sz="13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OPTIMAL</a:t>
            </a:r>
          </a:p>
          <a:p>
            <a:pPr algn="ctr">
              <a:lnSpc>
                <a:spcPts val="23072"/>
              </a:lnSpc>
              <a:spcBef>
                <a:spcPct val="0"/>
              </a:spcBef>
            </a:pPr>
            <a:r>
              <a:rPr lang="en-US" sz="13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PATH SEEKER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9B988382-8608-8C92-1796-D1AFBE19EBDC}"/>
              </a:ext>
            </a:extLst>
          </p:cNvPr>
          <p:cNvSpPr txBox="1"/>
          <p:nvPr/>
        </p:nvSpPr>
        <p:spPr>
          <a:xfrm>
            <a:off x="8079237" y="992124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20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A7EB146-88E7-CBF6-E2E8-BBFF82D76ADF}"/>
              </a:ext>
            </a:extLst>
          </p:cNvPr>
          <p:cNvSpPr txBox="1"/>
          <p:nvPr/>
        </p:nvSpPr>
        <p:spPr>
          <a:xfrm>
            <a:off x="-7801979" y="1812482"/>
            <a:ext cx="73914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RECOMMENDATION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F351C-533E-7DE0-CD36-A28F043BD96F}"/>
              </a:ext>
            </a:extLst>
          </p:cNvPr>
          <p:cNvSpPr txBox="1"/>
          <p:nvPr/>
        </p:nvSpPr>
        <p:spPr>
          <a:xfrm>
            <a:off x="-7801979" y="3671342"/>
            <a:ext cx="61189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Inter Medium" panose="020B0604020202020204" charset="0"/>
                <a:ea typeface="Inter Medium" panose="020B0604020202020204" charset="0"/>
              </a:rPr>
              <a:t>Is Single Agent Search enough..?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7294E6-A040-9671-1281-B7F242EBD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29"/>
          <a:stretch>
            <a:fillRect/>
          </a:stretch>
        </p:blipFill>
        <p:spPr>
          <a:xfrm>
            <a:off x="19784589" y="1696335"/>
            <a:ext cx="8821980" cy="6418422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9CA975F5-36C8-D82A-0F78-EA9850F169B7}"/>
              </a:ext>
            </a:extLst>
          </p:cNvPr>
          <p:cNvSpPr txBox="1"/>
          <p:nvPr/>
        </p:nvSpPr>
        <p:spPr>
          <a:xfrm>
            <a:off x="-7444609" y="2218512"/>
            <a:ext cx="667666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REFERENCES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3BEDE-50C9-6F51-4E6B-DDC5D0B15D67}"/>
              </a:ext>
            </a:extLst>
          </p:cNvPr>
          <p:cNvSpPr txBox="1"/>
          <p:nvPr/>
        </p:nvSpPr>
        <p:spPr>
          <a:xfrm>
            <a:off x="-14774279" y="3671342"/>
            <a:ext cx="1436370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Russell, S., &amp; Norvig, P. (2021). Artificial Intelligence: A Modern Approach (4th ed.).  Pearson Education.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Halim, S. (2011).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VisuAlgo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–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Visualising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Data Structures and Algorithms. National University of Singapore. </a:t>
            </a:r>
          </a:p>
          <a:p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   https://visualgo.net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Dijkstra, E. W. (1959). A note on two problems in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connexion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with graphs. </a:t>
            </a:r>
          </a:p>
          <a:p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  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Numerische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Mathematik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, 1, 269–271.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Hart, P. E., Nilsson, N. J., &amp; Raphael, B. (1968). A formal basis for the heuristic determination of minimum cost paths. IEEE Transactions on Systems Science and Cybernetics, 4(2), 100–107.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Nilsson, N. J. (1980). Principles of Artificial Intelligence. Morgan Kaufmann.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Pearl, J. (1984). Heuristics: Intelligent Search Strategies for Computer Problem Solving. Addison-Wesley. </a:t>
            </a:r>
          </a:p>
        </p:txBody>
      </p:sp>
    </p:spTree>
    <p:extLst>
      <p:ext uri="{BB962C8B-B14F-4D97-AF65-F5344CB8AC3E}">
        <p14:creationId xmlns:p14="http://schemas.microsoft.com/office/powerpoint/2010/main" val="82305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FB2C-F18D-A59B-3390-1EE07D46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BF3204A-8EBB-8BEB-AE4C-82E58F2D52F2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19</a:t>
            </a: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C3D875EA-F223-6B41-D02A-F54A0E6558C4}"/>
              </a:ext>
            </a:extLst>
          </p:cNvPr>
          <p:cNvGrpSpPr/>
          <p:nvPr/>
        </p:nvGrpSpPr>
        <p:grpSpPr>
          <a:xfrm>
            <a:off x="1295400" y="8801100"/>
            <a:ext cx="860074" cy="333578"/>
            <a:chOff x="0" y="0"/>
            <a:chExt cx="1146765" cy="444771"/>
          </a:xfrm>
        </p:grpSpPr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7E1E8284-DF17-991E-CF96-DDB4EA69F963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05780820-647F-4861-68AC-AF6B671605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55AFC753-9126-7888-A65C-45A384B4550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4">
              <a:extLst>
                <a:ext uri="{FF2B5EF4-FFF2-40B4-BE49-F238E27FC236}">
                  <a16:creationId xmlns:a16="http://schemas.microsoft.com/office/drawing/2014/main" id="{EE536B3C-B0CF-6280-5491-C87D2689CD27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F429412E-A805-704D-5BCE-44A53BA2008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6">
                <a:extLst>
                  <a:ext uri="{FF2B5EF4-FFF2-40B4-BE49-F238E27FC236}">
                    <a16:creationId xmlns:a16="http://schemas.microsoft.com/office/drawing/2014/main" id="{CC7E24ED-280D-EFF1-606E-47BAAFB01F8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4" name="Group 10">
            <a:extLst>
              <a:ext uri="{FF2B5EF4-FFF2-40B4-BE49-F238E27FC236}">
                <a16:creationId xmlns:a16="http://schemas.microsoft.com/office/drawing/2014/main" id="{9CD58F44-144A-20C7-37CB-F7B993DCD72E}"/>
              </a:ext>
            </a:extLst>
          </p:cNvPr>
          <p:cNvGrpSpPr/>
          <p:nvPr/>
        </p:nvGrpSpPr>
        <p:grpSpPr>
          <a:xfrm>
            <a:off x="16132638" y="8816736"/>
            <a:ext cx="860074" cy="333578"/>
            <a:chOff x="0" y="0"/>
            <a:chExt cx="1146765" cy="444771"/>
          </a:xfrm>
        </p:grpSpPr>
        <p:grpSp>
          <p:nvGrpSpPr>
            <p:cNvPr id="25" name="Group 11">
              <a:extLst>
                <a:ext uri="{FF2B5EF4-FFF2-40B4-BE49-F238E27FC236}">
                  <a16:creationId xmlns:a16="http://schemas.microsoft.com/office/drawing/2014/main" id="{DB7E9B95-91C4-1A2B-95F7-E614A0D08E79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A9044FD9-6B12-470C-5A0D-3353D75D4A2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ACE8F7EB-E04B-A71E-043E-9AB5C8DA0E9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14">
              <a:extLst>
                <a:ext uri="{FF2B5EF4-FFF2-40B4-BE49-F238E27FC236}">
                  <a16:creationId xmlns:a16="http://schemas.microsoft.com/office/drawing/2014/main" id="{74877B6C-0B77-1F4D-3A1F-4574150A2B5A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FDB14917-0F5D-036D-FA96-9640099E903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9184065C-22D7-46E0-C95D-5AD63CE66C6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6" name="TextBox 2">
            <a:extLst>
              <a:ext uri="{FF2B5EF4-FFF2-40B4-BE49-F238E27FC236}">
                <a16:creationId xmlns:a16="http://schemas.microsoft.com/office/drawing/2014/main" id="{00067FBA-1CB0-8B55-8BE8-D5CBFF416A20}"/>
              </a:ext>
            </a:extLst>
          </p:cNvPr>
          <p:cNvSpPr txBox="1"/>
          <p:nvPr/>
        </p:nvSpPr>
        <p:spPr>
          <a:xfrm>
            <a:off x="1016384" y="2095500"/>
            <a:ext cx="667666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REFERENCES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3B19447-A3D9-6733-8238-D82AEB1C6F09}"/>
              </a:ext>
            </a:extLst>
          </p:cNvPr>
          <p:cNvSpPr txBox="1"/>
          <p:nvPr/>
        </p:nvSpPr>
        <p:spPr>
          <a:xfrm>
            <a:off x="1028700" y="981075"/>
            <a:ext cx="2324100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49768-3183-9DF4-F099-769A5B4CE78E}"/>
              </a:ext>
            </a:extLst>
          </p:cNvPr>
          <p:cNvSpPr txBox="1"/>
          <p:nvPr/>
        </p:nvSpPr>
        <p:spPr>
          <a:xfrm>
            <a:off x="1028700" y="3097798"/>
            <a:ext cx="1436370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Russell, S., &amp; Norvig, P. (2021). Artificial Intelligence: A Modern Approach (4th ed.).  Pearson Education.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Halim, S. (2011).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VisuAlgo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–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Visualising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Data Structures and Algorithms. National University of Singapore. </a:t>
            </a:r>
          </a:p>
          <a:p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   https://visualgo.net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Dijkstra, E. W. (1959). A note on two problems in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connexion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with graphs. </a:t>
            </a:r>
          </a:p>
          <a:p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  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Numerische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en-US" sz="2500" dirty="0" err="1">
                <a:latin typeface="Inter Medium" panose="020B0604020202020204" charset="0"/>
                <a:ea typeface="Inter Medium" panose="020B0604020202020204" charset="0"/>
              </a:rPr>
              <a:t>Mathematik</a:t>
            </a: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, 1, 269–271.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Hart, P. E., Nilsson, N. J., &amp; Raphael, B. (1968). A formal basis for the heuristic determination of minimum cost paths. IEEE Transactions on Systems Science and Cybernetics, 4(2), 100–107.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Nilsson, N. J. (1980). Principles of Artificial Intelligence. Morgan Kaufmann. </a:t>
            </a:r>
            <a:endParaRPr lang="ar-SA" sz="2500" dirty="0">
              <a:latin typeface="Inter Medium" panose="020B0604020202020204" charset="0"/>
              <a:ea typeface="Inter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Inter Medium" panose="020B0604020202020204" charset="0"/>
                <a:ea typeface="Inter Medium" panose="020B0604020202020204" charset="0"/>
              </a:rPr>
              <a:t>Pearl, J. (1984). Heuristics: Intelligent Search Strategies for Computer Problem Solving. Addison-Wesley.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18DD6BD4-CDE1-79CA-AC1E-2EDECA828AB2}"/>
              </a:ext>
            </a:extLst>
          </p:cNvPr>
          <p:cNvSpPr txBox="1"/>
          <p:nvPr/>
        </p:nvSpPr>
        <p:spPr>
          <a:xfrm>
            <a:off x="3048000" y="-5905500"/>
            <a:ext cx="10830751" cy="5768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Any Question?</a:t>
            </a:r>
          </a:p>
        </p:txBody>
      </p:sp>
      <p:grpSp>
        <p:nvGrpSpPr>
          <p:cNvPr id="9" name="Group 21">
            <a:extLst>
              <a:ext uri="{FF2B5EF4-FFF2-40B4-BE49-F238E27FC236}">
                <a16:creationId xmlns:a16="http://schemas.microsoft.com/office/drawing/2014/main" id="{308233FB-D215-AC11-6E8E-A7416F00BFFD}"/>
              </a:ext>
            </a:extLst>
          </p:cNvPr>
          <p:cNvGrpSpPr/>
          <p:nvPr/>
        </p:nvGrpSpPr>
        <p:grpSpPr>
          <a:xfrm rot="-1259601">
            <a:off x="-10052220" y="7946439"/>
            <a:ext cx="7719139" cy="7719139"/>
            <a:chOff x="0" y="0"/>
            <a:chExt cx="812800" cy="812800"/>
          </a:xfrm>
        </p:grpSpPr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4D34DDB3-DA68-4E26-C361-597CC87A48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23">
              <a:extLst>
                <a:ext uri="{FF2B5EF4-FFF2-40B4-BE49-F238E27FC236}">
                  <a16:creationId xmlns:a16="http://schemas.microsoft.com/office/drawing/2014/main" id="{4485B713-35FE-44A3-0634-BC8980570A5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24">
            <a:extLst>
              <a:ext uri="{FF2B5EF4-FFF2-40B4-BE49-F238E27FC236}">
                <a16:creationId xmlns:a16="http://schemas.microsoft.com/office/drawing/2014/main" id="{F5E283CA-B4A4-98AF-5E67-56F662C2034B}"/>
              </a:ext>
            </a:extLst>
          </p:cNvPr>
          <p:cNvGrpSpPr/>
          <p:nvPr/>
        </p:nvGrpSpPr>
        <p:grpSpPr>
          <a:xfrm rot="-1259601">
            <a:off x="20063424" y="8175038"/>
            <a:ext cx="7719139" cy="7719139"/>
            <a:chOff x="0" y="0"/>
            <a:chExt cx="812800" cy="812800"/>
          </a:xfrm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746F4966-3178-FBB1-F4BF-09D03E18CA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26">
              <a:extLst>
                <a:ext uri="{FF2B5EF4-FFF2-40B4-BE49-F238E27FC236}">
                  <a16:creationId xmlns:a16="http://schemas.microsoft.com/office/drawing/2014/main" id="{B8952044-90DC-434D-88BF-8C7A8A4A715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69473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14B0-D2CB-97A1-3F22-6ADE24C4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89D603E-15EB-4092-A4E7-0435DF1FBFBF}"/>
              </a:ext>
            </a:extLst>
          </p:cNvPr>
          <p:cNvSpPr txBox="1"/>
          <p:nvPr/>
        </p:nvSpPr>
        <p:spPr>
          <a:xfrm>
            <a:off x="3181933" y="2286907"/>
            <a:ext cx="10830751" cy="5768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Any Question?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F256AFC-8071-D8B8-4D50-11606C863735}"/>
              </a:ext>
            </a:extLst>
          </p:cNvPr>
          <p:cNvSpPr txBox="1"/>
          <p:nvPr/>
        </p:nvSpPr>
        <p:spPr>
          <a:xfrm>
            <a:off x="8079237" y="992124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21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2DE9E57-775A-960A-57D5-4C1ECC0DC014}"/>
              </a:ext>
            </a:extLst>
          </p:cNvPr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CA9F4-3A4F-36DC-14BF-A4CA6A631D4E}"/>
              </a:ext>
            </a:extLst>
          </p:cNvPr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ED0218-C6E6-FEB1-1E17-E2DBF1CEB6C7}"/>
              </a:ext>
            </a:extLst>
          </p:cNvPr>
          <p:cNvSpPr txBox="1"/>
          <p:nvPr/>
        </p:nvSpPr>
        <p:spPr>
          <a:xfrm>
            <a:off x="7387732" y="98107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4702790-E574-6F79-DE43-5BE39348C24F}"/>
              </a:ext>
            </a:extLst>
          </p:cNvPr>
          <p:cNvGrpSpPr/>
          <p:nvPr/>
        </p:nvGrpSpPr>
        <p:grpSpPr>
          <a:xfrm rot="-1259601">
            <a:off x="-4546129" y="6524530"/>
            <a:ext cx="7719139" cy="7719139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764358D-9E4D-F0F6-35B5-8D0370D523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5C64DBD1-B470-CB8D-1ECE-CB1CB5BEE5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1C819D4-3DED-C69F-5FBE-7C24001B189A}"/>
              </a:ext>
            </a:extLst>
          </p:cNvPr>
          <p:cNvGrpSpPr/>
          <p:nvPr/>
        </p:nvGrpSpPr>
        <p:grpSpPr>
          <a:xfrm rot="-1259601">
            <a:off x="15016592" y="6524530"/>
            <a:ext cx="7719139" cy="7719139"/>
            <a:chOff x="0" y="0"/>
            <a:chExt cx="812800" cy="8128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AC54C2E-83FD-B953-E7DD-B32A065A80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8BF6D4E8-E404-8AA2-CA00-FC6DA9CA7B7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27" name="Picture 26" descr="A person standing on a field&#10;&#10;AI-generated content may be incorrect.">
            <a:extLst>
              <a:ext uri="{FF2B5EF4-FFF2-40B4-BE49-F238E27FC236}">
                <a16:creationId xmlns:a16="http://schemas.microsoft.com/office/drawing/2014/main" id="{98043F46-9BB2-1D1A-2CAA-2BBF07AFC6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12" t="14955" r="26829" b="43520"/>
          <a:stretch>
            <a:fillRect/>
          </a:stretch>
        </p:blipFill>
        <p:spPr>
          <a:xfrm>
            <a:off x="18650506" y="1718310"/>
            <a:ext cx="2519188" cy="2488029"/>
          </a:xfrm>
          <a:prstGeom prst="flowChartConnector">
            <a:avLst/>
          </a:prstGeom>
        </p:spPr>
      </p:pic>
      <p:pic>
        <p:nvPicPr>
          <p:cNvPr id="28" name="Picture 27" descr="A person in a car&#10;&#10;AI-generated content may be incorrect.">
            <a:extLst>
              <a:ext uri="{FF2B5EF4-FFF2-40B4-BE49-F238E27FC236}">
                <a16:creationId xmlns:a16="http://schemas.microsoft.com/office/drawing/2014/main" id="{552B3C01-A347-9C11-024B-BF98820B2F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22" t="4977" r="20679" b="23268"/>
          <a:stretch>
            <a:fillRect/>
          </a:stretch>
        </p:blipFill>
        <p:spPr>
          <a:xfrm>
            <a:off x="18669000" y="6896100"/>
            <a:ext cx="2537721" cy="2488029"/>
          </a:xfrm>
          <a:prstGeom prst="flowChartConnector">
            <a:avLst/>
          </a:prstGeom>
        </p:spPr>
      </p:pic>
      <p:pic>
        <p:nvPicPr>
          <p:cNvPr id="29" name="Picture 28" descr="A person sitting in a chair&#10;&#10;AI-generated content may be incorrect.">
            <a:extLst>
              <a:ext uri="{FF2B5EF4-FFF2-40B4-BE49-F238E27FC236}">
                <a16:creationId xmlns:a16="http://schemas.microsoft.com/office/drawing/2014/main" id="{54D450A0-8995-E412-80FC-1E8264A33E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722" t="34479" r="35237" b="41105"/>
          <a:stretch>
            <a:fillRect/>
          </a:stretch>
        </p:blipFill>
        <p:spPr>
          <a:xfrm>
            <a:off x="-2895600" y="7200900"/>
            <a:ext cx="2544606" cy="2514008"/>
          </a:xfrm>
          <a:prstGeom prst="flowChartConnector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8567B4A-9AFC-5AA5-1733-A6C9E71E3EF1}"/>
              </a:ext>
            </a:extLst>
          </p:cNvPr>
          <p:cNvSpPr txBox="1"/>
          <p:nvPr/>
        </p:nvSpPr>
        <p:spPr>
          <a:xfrm>
            <a:off x="19078585" y="4254980"/>
            <a:ext cx="16630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Aya Mohamed</a:t>
            </a:r>
            <a:endParaRPr lang="en-US" dirty="0"/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593E83-BC26-40DC-D1FB-08C765492CF4}"/>
              </a:ext>
            </a:extLst>
          </p:cNvPr>
          <p:cNvSpPr txBox="1"/>
          <p:nvPr/>
        </p:nvSpPr>
        <p:spPr>
          <a:xfrm>
            <a:off x="19106345" y="9611876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Jana </a:t>
            </a:r>
            <a:r>
              <a:rPr lang="en-US" b="1" dirty="0" err="1">
                <a:latin typeface="Times New Roman"/>
                <a:cs typeface="Times New Roman"/>
              </a:rPr>
              <a:t>Elhadidy</a:t>
            </a:r>
            <a:endParaRPr lang="en-US" dirty="0" err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3D76D4-BC22-1EBA-1161-25D5EC7C533E}"/>
              </a:ext>
            </a:extLst>
          </p:cNvPr>
          <p:cNvSpPr txBox="1"/>
          <p:nvPr/>
        </p:nvSpPr>
        <p:spPr>
          <a:xfrm>
            <a:off x="-2454812" y="10030525"/>
            <a:ext cx="1663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Laila Khaled</a:t>
            </a:r>
            <a:endParaRPr lang="en-US" dirty="0"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0783B3-4B6A-0655-0561-24B2142D200E}"/>
              </a:ext>
            </a:extLst>
          </p:cNvPr>
          <p:cNvSpPr txBox="1"/>
          <p:nvPr/>
        </p:nvSpPr>
        <p:spPr>
          <a:xfrm>
            <a:off x="-3379257" y="4778518"/>
            <a:ext cx="2089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Mohamed Elaraby</a:t>
            </a:r>
            <a:endParaRPr lang="en-US" dirty="0"/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01E3F-168C-815E-9B9B-62CF98CF0FC8}"/>
              </a:ext>
            </a:extLst>
          </p:cNvPr>
          <p:cNvSpPr txBox="1"/>
          <p:nvPr/>
        </p:nvSpPr>
        <p:spPr>
          <a:xfrm>
            <a:off x="8363966" y="-764592"/>
            <a:ext cx="15600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Amr Maarouf</a:t>
            </a:r>
            <a:endParaRPr lang="en-US" dirty="0"/>
          </a:p>
          <a:p>
            <a:pPr algn="ctr"/>
            <a:endParaRPr lang="en-US" sz="600" dirty="0">
              <a:cs typeface="Arial"/>
            </a:endParaRP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BEAC9743-02C2-8BB4-EA4C-D0C6B2891FE9}"/>
              </a:ext>
            </a:extLst>
          </p:cNvPr>
          <p:cNvSpPr txBox="1"/>
          <p:nvPr/>
        </p:nvSpPr>
        <p:spPr>
          <a:xfrm>
            <a:off x="7425832" y="-5012699"/>
            <a:ext cx="3512536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</a:t>
            </a:r>
          </a:p>
        </p:txBody>
      </p:sp>
      <p:pic>
        <p:nvPicPr>
          <p:cNvPr id="37" name="Graphic 36" descr="Person with idea outline">
            <a:extLst>
              <a:ext uri="{FF2B5EF4-FFF2-40B4-BE49-F238E27FC236}">
                <a16:creationId xmlns:a16="http://schemas.microsoft.com/office/drawing/2014/main" id="{40566B1C-3DFE-2077-873F-FAA7B1CA8A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45319" y="4181511"/>
            <a:ext cx="914400" cy="914400"/>
          </a:xfrm>
          <a:prstGeom prst="rect">
            <a:avLst/>
          </a:prstGeom>
        </p:spPr>
      </p:pic>
      <p:pic>
        <p:nvPicPr>
          <p:cNvPr id="43" name="Graphic 42" descr="Person with idea with solid fill">
            <a:extLst>
              <a:ext uri="{FF2B5EF4-FFF2-40B4-BE49-F238E27FC236}">
                <a16:creationId xmlns:a16="http://schemas.microsoft.com/office/drawing/2014/main" id="{0057055A-91FC-75E3-6409-69B9E1EE23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95319" y="4331511"/>
            <a:ext cx="914400" cy="914400"/>
          </a:xfrm>
          <a:prstGeom prst="rect">
            <a:avLst/>
          </a:prstGeom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173EE167-CEED-567D-055D-FFC33B1260DF}"/>
              </a:ext>
            </a:extLst>
          </p:cNvPr>
          <p:cNvSpPr txBox="1"/>
          <p:nvPr/>
        </p:nvSpPr>
        <p:spPr>
          <a:xfrm>
            <a:off x="1028700" y="981075"/>
            <a:ext cx="2324100" cy="71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FF06491-887C-1AF9-B028-B5E7E0F614D0}"/>
              </a:ext>
            </a:extLst>
          </p:cNvPr>
          <p:cNvSpPr txBox="1"/>
          <p:nvPr/>
        </p:nvSpPr>
        <p:spPr>
          <a:xfrm>
            <a:off x="4169917" y="10313140"/>
            <a:ext cx="10830751" cy="5768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072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Any Question?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A19E9B-8ACE-AB8F-D807-B42E3A121081}"/>
              </a:ext>
            </a:extLst>
          </p:cNvPr>
          <p:cNvSpPr txBox="1"/>
          <p:nvPr/>
        </p:nvSpPr>
        <p:spPr>
          <a:xfrm>
            <a:off x="-16223785" y="5185097"/>
            <a:ext cx="11356383" cy="1334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Verdana" panose="020B0604030504040204" pitchFamily="34" charset="0"/>
                <a:cs typeface="Red Hat Display Bold"/>
                <a:sym typeface="Red Hat Display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41278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F02C-E03D-A423-6A2E-AE569129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C527CF36-F741-2FD0-3F4F-02B04AA3E142}"/>
              </a:ext>
            </a:extLst>
          </p:cNvPr>
          <p:cNvSpPr txBox="1"/>
          <p:nvPr/>
        </p:nvSpPr>
        <p:spPr>
          <a:xfrm>
            <a:off x="1028700" y="981075"/>
            <a:ext cx="3512536" cy="71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PathSeeker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B20B70C-83B3-6E19-E839-445E1DCCDB02}"/>
              </a:ext>
            </a:extLst>
          </p:cNvPr>
          <p:cNvSpPr txBox="1"/>
          <p:nvPr/>
        </p:nvSpPr>
        <p:spPr>
          <a:xfrm>
            <a:off x="3465808" y="4884765"/>
            <a:ext cx="11356383" cy="1334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16480" b="1" dirty="0">
                <a:solidFill>
                  <a:srgbClr val="000000"/>
                </a:solidFill>
                <a:latin typeface="Red Hat Display Bold"/>
                <a:ea typeface="Verdana" panose="020B0604030504040204" pitchFamily="34" charset="0"/>
                <a:cs typeface="Red Hat Display Bold"/>
                <a:sym typeface="Red Hat Display Bold"/>
              </a:rPr>
              <a:t>Thank You!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D61A5C0-EBD2-65C3-2AE8-7638B2BECECE}"/>
              </a:ext>
            </a:extLst>
          </p:cNvPr>
          <p:cNvGrpSpPr/>
          <p:nvPr/>
        </p:nvGrpSpPr>
        <p:grpSpPr>
          <a:xfrm>
            <a:off x="12743135" y="6163530"/>
            <a:ext cx="3512536" cy="672860"/>
            <a:chOff x="0" y="0"/>
            <a:chExt cx="4683381" cy="897147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09B5175-D1F4-2B1D-D7A8-8C2B918B0756}"/>
                </a:ext>
              </a:extLst>
            </p:cNvPr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Amr Maarouf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0771192-CB33-2636-B492-A7849EC59783}"/>
                </a:ext>
              </a:extLst>
            </p:cNvPr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Team Leader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C024A21-9A0B-6118-D661-CCFF7E644247}"/>
              </a:ext>
            </a:extLst>
          </p:cNvPr>
          <p:cNvGrpSpPr/>
          <p:nvPr/>
        </p:nvGrpSpPr>
        <p:grpSpPr>
          <a:xfrm>
            <a:off x="12743135" y="2854640"/>
            <a:ext cx="3512536" cy="672860"/>
            <a:chOff x="0" y="0"/>
            <a:chExt cx="4683381" cy="897147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3010EB3-EFD0-245F-D316-CF07AC4ACF51}"/>
                </a:ext>
              </a:extLst>
            </p:cNvPr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Mustafa Shehata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708E865-3E8E-375F-9408-72134DBA8A81}"/>
                </a:ext>
              </a:extLst>
            </p:cNvPr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Power Point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0D01A823-B235-1045-3F9F-5B8AE1ECF83C}"/>
              </a:ext>
            </a:extLst>
          </p:cNvPr>
          <p:cNvGrpSpPr/>
          <p:nvPr/>
        </p:nvGrpSpPr>
        <p:grpSpPr>
          <a:xfrm>
            <a:off x="12743135" y="7817975"/>
            <a:ext cx="3512536" cy="672860"/>
            <a:chOff x="0" y="0"/>
            <a:chExt cx="4683381" cy="897147"/>
          </a:xfrm>
        </p:grpSpPr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687C1FB-B948-2F64-CAE9-D267E174BAF4}"/>
                </a:ext>
              </a:extLst>
            </p:cNvPr>
            <p:cNvSpPr txBox="1"/>
            <p:nvPr/>
          </p:nvSpPr>
          <p:spPr>
            <a:xfrm>
              <a:off x="0" y="500907"/>
              <a:ext cx="4683381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Second Year</a:t>
              </a:r>
              <a:endParaRPr lang="en-US" sz="18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E18E451-CB48-504F-D701-6BC5D4F7BA21}"/>
                </a:ext>
              </a:extLst>
            </p:cNvPr>
            <p:cNvSpPr txBox="1"/>
            <p:nvPr/>
          </p:nvSpPr>
          <p:spPr>
            <a:xfrm>
              <a:off x="1164911" y="-47625"/>
              <a:ext cx="235356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AIEP</a:t>
              </a: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9A3905D5-AC86-A269-E613-6829B270998A}"/>
              </a:ext>
            </a:extLst>
          </p:cNvPr>
          <p:cNvSpPr/>
          <p:nvPr/>
        </p:nvSpPr>
        <p:spPr>
          <a:xfrm>
            <a:off x="12538913" y="4018293"/>
            <a:ext cx="392098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B6DEB738-6FEA-77F5-A6D1-FD128D7C8856}"/>
              </a:ext>
            </a:extLst>
          </p:cNvPr>
          <p:cNvSpPr/>
          <p:nvPr/>
        </p:nvSpPr>
        <p:spPr>
          <a:xfrm>
            <a:off x="12538913" y="5672738"/>
            <a:ext cx="392098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58AAFFE-5484-0030-D01C-FE681F131B58}"/>
              </a:ext>
            </a:extLst>
          </p:cNvPr>
          <p:cNvSpPr/>
          <p:nvPr/>
        </p:nvSpPr>
        <p:spPr>
          <a:xfrm>
            <a:off x="12538913" y="7327183"/>
            <a:ext cx="3920981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4">
            <a:extLst>
              <a:ext uri="{FF2B5EF4-FFF2-40B4-BE49-F238E27FC236}">
                <a16:creationId xmlns:a16="http://schemas.microsoft.com/office/drawing/2014/main" id="{6E6F7D81-230A-3F1D-94CB-743526307216}"/>
              </a:ext>
            </a:extLst>
          </p:cNvPr>
          <p:cNvSpPr/>
          <p:nvPr/>
        </p:nvSpPr>
        <p:spPr>
          <a:xfrm>
            <a:off x="2795118" y="458510"/>
            <a:ext cx="2049389" cy="1807535"/>
          </a:xfrm>
          <a:custGeom>
            <a:avLst/>
            <a:gdLst/>
            <a:ahLst/>
            <a:cxnLst/>
            <a:rect l="l" t="t" r="r" b="b"/>
            <a:pathLst>
              <a:path w="2049389" h="1807535">
                <a:moveTo>
                  <a:pt x="0" y="0"/>
                </a:moveTo>
                <a:lnTo>
                  <a:pt x="2049388" y="0"/>
                </a:lnTo>
                <a:lnTo>
                  <a:pt x="2049388" y="1807536"/>
                </a:lnTo>
                <a:lnTo>
                  <a:pt x="0" y="18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B73272EC-43BB-6118-1750-66778B2C9BAA}"/>
              </a:ext>
            </a:extLst>
          </p:cNvPr>
          <p:cNvSpPr/>
          <p:nvPr/>
        </p:nvSpPr>
        <p:spPr>
          <a:xfrm>
            <a:off x="13585254" y="437649"/>
            <a:ext cx="2163757" cy="1849258"/>
          </a:xfrm>
          <a:custGeom>
            <a:avLst/>
            <a:gdLst/>
            <a:ahLst/>
            <a:cxnLst/>
            <a:rect l="l" t="t" r="r" b="b"/>
            <a:pathLst>
              <a:path w="2163757" h="1849258">
                <a:moveTo>
                  <a:pt x="0" y="0"/>
                </a:moveTo>
                <a:lnTo>
                  <a:pt x="2163757" y="0"/>
                </a:lnTo>
                <a:lnTo>
                  <a:pt x="2163757" y="1849258"/>
                </a:lnTo>
                <a:lnTo>
                  <a:pt x="0" y="1849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3FDB84DA-DE15-64D1-1442-431FC9E08983}"/>
              </a:ext>
            </a:extLst>
          </p:cNvPr>
          <p:cNvSpPr txBox="1"/>
          <p:nvPr/>
        </p:nvSpPr>
        <p:spPr>
          <a:xfrm>
            <a:off x="7387732" y="981075"/>
            <a:ext cx="35125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NEW ISMAILIA NATIONAL UNIVERSITY</a:t>
            </a: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67F0D4BC-8865-DD5E-0AD9-0885F97BD205}"/>
              </a:ext>
            </a:extLst>
          </p:cNvPr>
          <p:cNvSpPr txBox="1"/>
          <p:nvPr/>
        </p:nvSpPr>
        <p:spPr>
          <a:xfrm>
            <a:off x="8079237" y="9921240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22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4BA1BC23-2D48-A7C9-A828-B4FBE4CA9B28}"/>
              </a:ext>
            </a:extLst>
          </p:cNvPr>
          <p:cNvGrpSpPr/>
          <p:nvPr/>
        </p:nvGrpSpPr>
        <p:grpSpPr>
          <a:xfrm rot="-1259601">
            <a:off x="-4546129" y="6524530"/>
            <a:ext cx="7719139" cy="7719139"/>
            <a:chOff x="0" y="0"/>
            <a:chExt cx="812800" cy="812800"/>
          </a:xfrm>
        </p:grpSpPr>
        <p:sp>
          <p:nvSpPr>
            <p:cNvPr id="3" name="Freeform 22">
              <a:extLst>
                <a:ext uri="{FF2B5EF4-FFF2-40B4-BE49-F238E27FC236}">
                  <a16:creationId xmlns:a16="http://schemas.microsoft.com/office/drawing/2014/main" id="{1FBE917C-E7F8-D289-BD78-5496EB88D0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8F84FD92-D64D-E0F2-A7F1-A3A0D5089EA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3AFB0CF9-D324-7684-6842-20C5CA38ED3C}"/>
              </a:ext>
            </a:extLst>
          </p:cNvPr>
          <p:cNvGrpSpPr/>
          <p:nvPr/>
        </p:nvGrpSpPr>
        <p:grpSpPr>
          <a:xfrm rot="-1259601">
            <a:off x="15016592" y="6524530"/>
            <a:ext cx="7719139" cy="7719139"/>
            <a:chOff x="0" y="0"/>
            <a:chExt cx="812800" cy="812800"/>
          </a:xfrm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8D3B796-FF3B-F0F8-3489-12BFB24F246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26">
              <a:extLst>
                <a:ext uri="{FF2B5EF4-FFF2-40B4-BE49-F238E27FC236}">
                  <a16:creationId xmlns:a16="http://schemas.microsoft.com/office/drawing/2014/main" id="{22169839-0282-533E-3251-3EED8D67861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4460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964</Words>
  <Application>Microsoft Office PowerPoint</Application>
  <PresentationFormat>Custom</PresentationFormat>
  <Paragraphs>286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Times New Roman</vt:lpstr>
      <vt:lpstr>Calibri</vt:lpstr>
      <vt:lpstr>Century Gothic</vt:lpstr>
      <vt:lpstr>Spline Sans</vt:lpstr>
      <vt:lpstr>Inter Medium</vt:lpstr>
      <vt:lpstr>Arial</vt:lpstr>
      <vt:lpstr>Tw Cen MT</vt:lpstr>
      <vt:lpstr>Inter</vt:lpstr>
      <vt:lpstr>Red Hat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ismailia national university</dc:title>
  <dc:creator>Laila Khalid</dc:creator>
  <cp:lastModifiedBy>Mustafa Shehata</cp:lastModifiedBy>
  <cp:revision>12</cp:revision>
  <dcterms:created xsi:type="dcterms:W3CDTF">2006-08-16T00:00:00Z</dcterms:created>
  <dcterms:modified xsi:type="dcterms:W3CDTF">2025-12-11T08:25:06Z</dcterms:modified>
  <dc:identifier>DAG63x5VxXI</dc:identifier>
</cp:coreProperties>
</file>